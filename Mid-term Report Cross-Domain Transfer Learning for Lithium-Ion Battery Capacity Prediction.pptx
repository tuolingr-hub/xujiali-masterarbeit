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9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4" r:id="rId1"/>
    <p:sldMasterId id="2147483877" r:id="rId2"/>
  </p:sldMasterIdLst>
  <p:notesMasterIdLst>
    <p:notesMasterId r:id="rId31"/>
  </p:notesMasterIdLst>
  <p:handoutMasterIdLst>
    <p:handoutMasterId r:id="rId32"/>
  </p:handoutMasterIdLst>
  <p:sldIdLst>
    <p:sldId id="304" r:id="rId3"/>
    <p:sldId id="286" r:id="rId4"/>
    <p:sldId id="321" r:id="rId5"/>
    <p:sldId id="305" r:id="rId6"/>
    <p:sldId id="326" r:id="rId7"/>
    <p:sldId id="287" r:id="rId8"/>
    <p:sldId id="288" r:id="rId9"/>
    <p:sldId id="322" r:id="rId10"/>
    <p:sldId id="289" r:id="rId11"/>
    <p:sldId id="306" r:id="rId12"/>
    <p:sldId id="307" r:id="rId13"/>
    <p:sldId id="308" r:id="rId14"/>
    <p:sldId id="309" r:id="rId15"/>
    <p:sldId id="323" r:id="rId16"/>
    <p:sldId id="290" r:id="rId17"/>
    <p:sldId id="310" r:id="rId18"/>
    <p:sldId id="311" r:id="rId19"/>
    <p:sldId id="325" r:id="rId20"/>
    <p:sldId id="312" r:id="rId21"/>
    <p:sldId id="313" r:id="rId22"/>
    <p:sldId id="314" r:id="rId23"/>
    <p:sldId id="324" r:id="rId24"/>
    <p:sldId id="291" r:id="rId25"/>
    <p:sldId id="315" r:id="rId26"/>
    <p:sldId id="316" r:id="rId27"/>
    <p:sldId id="317" r:id="rId28"/>
    <p:sldId id="296" r:id="rId29"/>
    <p:sldId id="320" r:id="rId30"/>
  </p:sldIdLst>
  <p:sldSz cx="12190413" cy="6858000"/>
  <p:notesSz cx="6797675" cy="9926638"/>
  <p:custDataLst>
    <p:tags r:id="rId33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>
          <p15:clr>
            <a:srgbClr val="A4A3A4"/>
          </p15:clr>
        </p15:guide>
        <p15:guide id="2" orient="horz" pos="727">
          <p15:clr>
            <a:srgbClr val="A4A3A4"/>
          </p15:clr>
        </p15:guide>
        <p15:guide id="3" orient="horz" pos="3706">
          <p15:clr>
            <a:srgbClr val="A4A3A4"/>
          </p15:clr>
        </p15:guide>
        <p15:guide id="4" pos="233" userDrawn="1">
          <p15:clr>
            <a:srgbClr val="A4A3A4"/>
          </p15:clr>
        </p15:guide>
        <p15:guide id="5" pos="3784">
          <p15:clr>
            <a:srgbClr val="A4A3A4"/>
          </p15:clr>
        </p15:guide>
        <p15:guide id="6" pos="7443">
          <p15:clr>
            <a:srgbClr val="A4A3A4"/>
          </p15:clr>
        </p15:guide>
        <p15:guide id="7" pos="427">
          <p15:clr>
            <a:srgbClr val="A4A3A4"/>
          </p15:clr>
        </p15:guide>
        <p15:guide id="8" pos="7263">
          <p15:clr>
            <a:srgbClr val="A4A3A4"/>
          </p15:clr>
        </p15:guide>
        <p15:guide id="9" pos="3901">
          <p15:clr>
            <a:srgbClr val="A4A3A4"/>
          </p15:clr>
        </p15:guide>
        <p15:guide id="10" pos="384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49F"/>
    <a:srgbClr val="8EBAE5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441" autoAdjust="0"/>
  </p:normalViewPr>
  <p:slideViewPr>
    <p:cSldViewPr snapToGrid="0">
      <p:cViewPr varScale="1">
        <p:scale>
          <a:sx n="111" d="100"/>
          <a:sy n="111" d="100"/>
        </p:scale>
        <p:origin x="594" y="114"/>
      </p:cViewPr>
      <p:guideLst>
        <p:guide orient="horz" pos="2161"/>
        <p:guide orient="horz" pos="727"/>
        <p:guide orient="horz" pos="3706"/>
        <p:guide pos="233"/>
        <p:guide pos="3784"/>
        <p:guide pos="7443"/>
        <p:guide pos="427"/>
        <p:guide pos="7263"/>
        <p:guide pos="3901"/>
        <p:guide pos="384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tags" Target="tags/tag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F602C30-26C3-4484-8AA6-74DA56BABDF2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9B3CDDA-5154-43C4-B050-BB93BE8E29AC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de-DE" sz="2400" b="1" dirty="0"/>
            <a:t>Background &amp; Strategic Significance</a:t>
          </a:r>
          <a:endParaRPr lang="de-DE" sz="2400" dirty="0"/>
        </a:p>
      </dgm:t>
    </dgm:pt>
    <dgm:pt modelId="{45188696-FF74-4B24-9297-0AC98206C11F}" type="parTrans" cxnId="{2CF46F3A-DF75-46C6-BF56-A18DAE523362}">
      <dgm:prSet/>
      <dgm:spPr/>
      <dgm:t>
        <a:bodyPr/>
        <a:lstStyle/>
        <a:p>
          <a:endParaRPr lang="de-DE"/>
        </a:p>
      </dgm:t>
    </dgm:pt>
    <dgm:pt modelId="{9DCDA766-D7BD-4020-8B6D-62D8C9B6D68C}" type="sibTrans" cxnId="{2CF46F3A-DF75-46C6-BF56-A18DAE523362}">
      <dgm:prSet/>
      <dgm:spPr/>
      <dgm:t>
        <a:bodyPr/>
        <a:lstStyle/>
        <a:p>
          <a:endParaRPr lang="de-DE"/>
        </a:p>
      </dgm:t>
    </dgm:pt>
    <dgm:pt modelId="{C566CBEF-08D4-4FA3-9489-B0E20C6B0ABB}">
      <dgm:prSet/>
      <dgm:spPr/>
      <dgm:t>
        <a:bodyPr/>
        <a:lstStyle/>
        <a:p>
          <a:r>
            <a:rPr lang="de-DE" b="1"/>
            <a:t>Literature &amp; Theoretical Framework</a:t>
          </a:r>
          <a:endParaRPr lang="zh-CN" altLang="de-DE" dirty="0"/>
        </a:p>
      </dgm:t>
    </dgm:pt>
    <dgm:pt modelId="{EC8F23DA-942E-45A0-8089-7AE09D0B8397}" type="parTrans" cxnId="{EFF4522A-D535-49E9-BEBB-2647462B595F}">
      <dgm:prSet/>
      <dgm:spPr/>
      <dgm:t>
        <a:bodyPr/>
        <a:lstStyle/>
        <a:p>
          <a:endParaRPr lang="de-DE"/>
        </a:p>
      </dgm:t>
    </dgm:pt>
    <dgm:pt modelId="{583C4082-C6D9-4B9E-92BD-61BD4C30915C}" type="sibTrans" cxnId="{EFF4522A-D535-49E9-BEBB-2647462B595F}">
      <dgm:prSet/>
      <dgm:spPr/>
      <dgm:t>
        <a:bodyPr/>
        <a:lstStyle/>
        <a:p>
          <a:endParaRPr lang="de-DE"/>
        </a:p>
      </dgm:t>
    </dgm:pt>
    <dgm:pt modelId="{0F59D6DB-9277-4F97-B7CF-FAE9C2A91638}">
      <dgm:prSet/>
      <dgm:spPr/>
      <dgm:t>
        <a:bodyPr/>
        <a:lstStyle/>
        <a:p>
          <a:r>
            <a:rPr lang="de-DE" b="1"/>
            <a:t>Pipeline &amp; Overall Architecture</a:t>
          </a:r>
          <a:endParaRPr lang="zh-CN" altLang="de-DE" dirty="0"/>
        </a:p>
      </dgm:t>
    </dgm:pt>
    <dgm:pt modelId="{02BA0F7F-7742-4AB5-9E42-6D67F065407B}" type="parTrans" cxnId="{9CA497E9-4831-4C09-92BD-0BF43842E675}">
      <dgm:prSet/>
      <dgm:spPr/>
      <dgm:t>
        <a:bodyPr/>
        <a:lstStyle/>
        <a:p>
          <a:endParaRPr lang="de-DE"/>
        </a:p>
      </dgm:t>
    </dgm:pt>
    <dgm:pt modelId="{61AAF23D-4669-4EE3-9F03-BC8738CB3045}" type="sibTrans" cxnId="{9CA497E9-4831-4C09-92BD-0BF43842E675}">
      <dgm:prSet/>
      <dgm:spPr/>
      <dgm:t>
        <a:bodyPr/>
        <a:lstStyle/>
        <a:p>
          <a:endParaRPr lang="de-DE"/>
        </a:p>
      </dgm:t>
    </dgm:pt>
    <dgm:pt modelId="{54C3BA60-9CDA-4699-B04B-40CDB7471977}">
      <dgm:prSet/>
      <dgm:spPr/>
      <dgm:t>
        <a:bodyPr/>
        <a:lstStyle/>
        <a:p>
          <a:r>
            <a:rPr lang="de-DE" b="1" dirty="0"/>
            <a:t>Current Progress &amp; Data Results</a:t>
          </a:r>
        </a:p>
      </dgm:t>
    </dgm:pt>
    <dgm:pt modelId="{2707B3FE-2102-4F94-A342-9379E5579335}" type="parTrans" cxnId="{4A485133-6046-4187-AA76-DEB76B2877DE}">
      <dgm:prSet/>
      <dgm:spPr/>
      <dgm:t>
        <a:bodyPr/>
        <a:lstStyle/>
        <a:p>
          <a:endParaRPr lang="de-DE"/>
        </a:p>
      </dgm:t>
    </dgm:pt>
    <dgm:pt modelId="{BF412A69-D7CC-45C4-9441-B07BDF9FFF91}" type="sibTrans" cxnId="{4A485133-6046-4187-AA76-DEB76B2877DE}">
      <dgm:prSet/>
      <dgm:spPr/>
      <dgm:t>
        <a:bodyPr/>
        <a:lstStyle/>
        <a:p>
          <a:endParaRPr lang="de-DE"/>
        </a:p>
      </dgm:t>
    </dgm:pt>
    <dgm:pt modelId="{857A3B3E-E855-4EFB-959F-DEE79B86896E}">
      <dgm:prSet/>
      <dgm:spPr/>
      <dgm:t>
        <a:bodyPr/>
        <a:lstStyle/>
        <a:p>
          <a:r>
            <a:rPr lang="en-US" altLang="zh-CN" b="1" dirty="0"/>
            <a:t>Follow-up work and expected results</a:t>
          </a:r>
          <a:endParaRPr lang="zh-CN" altLang="de-DE" b="1" dirty="0"/>
        </a:p>
      </dgm:t>
    </dgm:pt>
    <dgm:pt modelId="{816C1CF5-CA78-457B-90D0-2DE716F2E9A7}" type="parTrans" cxnId="{2F0179E6-06E7-44D1-B80C-0161720A021B}">
      <dgm:prSet/>
      <dgm:spPr/>
      <dgm:t>
        <a:bodyPr/>
        <a:lstStyle/>
        <a:p>
          <a:endParaRPr lang="de-DE"/>
        </a:p>
      </dgm:t>
    </dgm:pt>
    <dgm:pt modelId="{A52887C6-12C9-4780-A609-44A1E5114BDB}" type="sibTrans" cxnId="{2F0179E6-06E7-44D1-B80C-0161720A021B}">
      <dgm:prSet/>
      <dgm:spPr/>
      <dgm:t>
        <a:bodyPr/>
        <a:lstStyle/>
        <a:p>
          <a:endParaRPr lang="de-DE"/>
        </a:p>
      </dgm:t>
    </dgm:pt>
    <dgm:pt modelId="{803FB7A3-1F4D-487C-916A-C6FB70634781}" type="pres">
      <dgm:prSet presAssocID="{0F602C30-26C3-4484-8AA6-74DA56BABDF2}" presName="outerComposite" presStyleCnt="0">
        <dgm:presLayoutVars>
          <dgm:chMax val="5"/>
          <dgm:dir/>
          <dgm:resizeHandles val="exact"/>
        </dgm:presLayoutVars>
      </dgm:prSet>
      <dgm:spPr/>
    </dgm:pt>
    <dgm:pt modelId="{E1B3EBF0-928B-4C78-9D8B-7ABE203E98C6}" type="pres">
      <dgm:prSet presAssocID="{0F602C30-26C3-4484-8AA6-74DA56BABDF2}" presName="dummyMaxCanvas" presStyleCnt="0">
        <dgm:presLayoutVars/>
      </dgm:prSet>
      <dgm:spPr/>
    </dgm:pt>
    <dgm:pt modelId="{F00EA39A-C087-4F87-AAB7-428D53B5BA4C}" type="pres">
      <dgm:prSet presAssocID="{0F602C30-26C3-4484-8AA6-74DA56BABDF2}" presName="FiveNodes_1" presStyleLbl="node1" presStyleIdx="0" presStyleCnt="5">
        <dgm:presLayoutVars>
          <dgm:bulletEnabled val="1"/>
        </dgm:presLayoutVars>
      </dgm:prSet>
      <dgm:spPr/>
    </dgm:pt>
    <dgm:pt modelId="{2F7FB2DD-225B-4D96-80F2-CD7CD70CB405}" type="pres">
      <dgm:prSet presAssocID="{0F602C30-26C3-4484-8AA6-74DA56BABDF2}" presName="FiveNodes_2" presStyleLbl="node1" presStyleIdx="1" presStyleCnt="5">
        <dgm:presLayoutVars>
          <dgm:bulletEnabled val="1"/>
        </dgm:presLayoutVars>
      </dgm:prSet>
      <dgm:spPr/>
    </dgm:pt>
    <dgm:pt modelId="{0F8AAC3C-401A-4744-A5DC-300A9C45709C}" type="pres">
      <dgm:prSet presAssocID="{0F602C30-26C3-4484-8AA6-74DA56BABDF2}" presName="FiveNodes_3" presStyleLbl="node1" presStyleIdx="2" presStyleCnt="5">
        <dgm:presLayoutVars>
          <dgm:bulletEnabled val="1"/>
        </dgm:presLayoutVars>
      </dgm:prSet>
      <dgm:spPr/>
    </dgm:pt>
    <dgm:pt modelId="{BCB0A272-63ED-43B5-8CBA-2F9D801525C2}" type="pres">
      <dgm:prSet presAssocID="{0F602C30-26C3-4484-8AA6-74DA56BABDF2}" presName="FiveNodes_4" presStyleLbl="node1" presStyleIdx="3" presStyleCnt="5">
        <dgm:presLayoutVars>
          <dgm:bulletEnabled val="1"/>
        </dgm:presLayoutVars>
      </dgm:prSet>
      <dgm:spPr/>
    </dgm:pt>
    <dgm:pt modelId="{8CECCCAB-C884-41EC-B838-CEDE4052FDE1}" type="pres">
      <dgm:prSet presAssocID="{0F602C30-26C3-4484-8AA6-74DA56BABDF2}" presName="FiveNodes_5" presStyleLbl="node1" presStyleIdx="4" presStyleCnt="5">
        <dgm:presLayoutVars>
          <dgm:bulletEnabled val="1"/>
        </dgm:presLayoutVars>
      </dgm:prSet>
      <dgm:spPr/>
    </dgm:pt>
    <dgm:pt modelId="{683A9CEC-1D19-4626-9394-BF9010B78941}" type="pres">
      <dgm:prSet presAssocID="{0F602C30-26C3-4484-8AA6-74DA56BABDF2}" presName="FiveConn_1-2" presStyleLbl="fgAccFollowNode1" presStyleIdx="0" presStyleCnt="4">
        <dgm:presLayoutVars>
          <dgm:bulletEnabled val="1"/>
        </dgm:presLayoutVars>
      </dgm:prSet>
      <dgm:spPr/>
    </dgm:pt>
    <dgm:pt modelId="{B14DA5D2-4079-4234-A2C2-B75C80AB564D}" type="pres">
      <dgm:prSet presAssocID="{0F602C30-26C3-4484-8AA6-74DA56BABDF2}" presName="FiveConn_2-3" presStyleLbl="fgAccFollowNode1" presStyleIdx="1" presStyleCnt="4">
        <dgm:presLayoutVars>
          <dgm:bulletEnabled val="1"/>
        </dgm:presLayoutVars>
      </dgm:prSet>
      <dgm:spPr/>
    </dgm:pt>
    <dgm:pt modelId="{E5113190-F716-4B0E-B4B1-0B59D04D5E75}" type="pres">
      <dgm:prSet presAssocID="{0F602C30-26C3-4484-8AA6-74DA56BABDF2}" presName="FiveConn_3-4" presStyleLbl="fgAccFollowNode1" presStyleIdx="2" presStyleCnt="4">
        <dgm:presLayoutVars>
          <dgm:bulletEnabled val="1"/>
        </dgm:presLayoutVars>
      </dgm:prSet>
      <dgm:spPr/>
    </dgm:pt>
    <dgm:pt modelId="{5C531201-5C8F-4DC3-976A-CA44F7DF8A98}" type="pres">
      <dgm:prSet presAssocID="{0F602C30-26C3-4484-8AA6-74DA56BABDF2}" presName="FiveConn_4-5" presStyleLbl="fgAccFollowNode1" presStyleIdx="3" presStyleCnt="4">
        <dgm:presLayoutVars>
          <dgm:bulletEnabled val="1"/>
        </dgm:presLayoutVars>
      </dgm:prSet>
      <dgm:spPr/>
    </dgm:pt>
    <dgm:pt modelId="{BFCE09EF-4D4E-48E0-A90E-50FAD6ABFE0E}" type="pres">
      <dgm:prSet presAssocID="{0F602C30-26C3-4484-8AA6-74DA56BABDF2}" presName="FiveNodes_1_text" presStyleLbl="node1" presStyleIdx="4" presStyleCnt="5">
        <dgm:presLayoutVars>
          <dgm:bulletEnabled val="1"/>
        </dgm:presLayoutVars>
      </dgm:prSet>
      <dgm:spPr/>
    </dgm:pt>
    <dgm:pt modelId="{1DC15750-46BB-411C-98BD-5C047A505A8D}" type="pres">
      <dgm:prSet presAssocID="{0F602C30-26C3-4484-8AA6-74DA56BABDF2}" presName="FiveNodes_2_text" presStyleLbl="node1" presStyleIdx="4" presStyleCnt="5">
        <dgm:presLayoutVars>
          <dgm:bulletEnabled val="1"/>
        </dgm:presLayoutVars>
      </dgm:prSet>
      <dgm:spPr/>
    </dgm:pt>
    <dgm:pt modelId="{47363D97-04D9-4E71-A857-28369092F6CA}" type="pres">
      <dgm:prSet presAssocID="{0F602C30-26C3-4484-8AA6-74DA56BABDF2}" presName="FiveNodes_3_text" presStyleLbl="node1" presStyleIdx="4" presStyleCnt="5">
        <dgm:presLayoutVars>
          <dgm:bulletEnabled val="1"/>
        </dgm:presLayoutVars>
      </dgm:prSet>
      <dgm:spPr/>
    </dgm:pt>
    <dgm:pt modelId="{FCDA4B75-3672-4298-AEFC-E4F055662A76}" type="pres">
      <dgm:prSet presAssocID="{0F602C30-26C3-4484-8AA6-74DA56BABDF2}" presName="FiveNodes_4_text" presStyleLbl="node1" presStyleIdx="4" presStyleCnt="5">
        <dgm:presLayoutVars>
          <dgm:bulletEnabled val="1"/>
        </dgm:presLayoutVars>
      </dgm:prSet>
      <dgm:spPr/>
    </dgm:pt>
    <dgm:pt modelId="{FE305216-C9F4-4885-9EE2-83F13C65AE5D}" type="pres">
      <dgm:prSet presAssocID="{0F602C30-26C3-4484-8AA6-74DA56BABDF2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B322FC11-E2A8-46EA-BF0C-8BFBBD1AB0D3}" type="presOf" srcId="{0F59D6DB-9277-4F97-B7CF-FAE9C2A91638}" destId="{0F8AAC3C-401A-4744-A5DC-300A9C45709C}" srcOrd="0" destOrd="0" presId="urn:microsoft.com/office/officeart/2005/8/layout/vProcess5"/>
    <dgm:cxn modelId="{0FA6CA1B-B1F7-4C27-B079-5987760B635F}" type="presOf" srcId="{C566CBEF-08D4-4FA3-9489-B0E20C6B0ABB}" destId="{1DC15750-46BB-411C-98BD-5C047A505A8D}" srcOrd="1" destOrd="0" presId="urn:microsoft.com/office/officeart/2005/8/layout/vProcess5"/>
    <dgm:cxn modelId="{EFF4522A-D535-49E9-BEBB-2647462B595F}" srcId="{0F602C30-26C3-4484-8AA6-74DA56BABDF2}" destId="{C566CBEF-08D4-4FA3-9489-B0E20C6B0ABB}" srcOrd="1" destOrd="0" parTransId="{EC8F23DA-942E-45A0-8089-7AE09D0B8397}" sibTransId="{583C4082-C6D9-4B9E-92BD-61BD4C30915C}"/>
    <dgm:cxn modelId="{4A485133-6046-4187-AA76-DEB76B2877DE}" srcId="{0F602C30-26C3-4484-8AA6-74DA56BABDF2}" destId="{54C3BA60-9CDA-4699-B04B-40CDB7471977}" srcOrd="3" destOrd="0" parTransId="{2707B3FE-2102-4F94-A342-9379E5579335}" sibTransId="{BF412A69-D7CC-45C4-9441-B07BDF9FFF91}"/>
    <dgm:cxn modelId="{2CF46F3A-DF75-46C6-BF56-A18DAE523362}" srcId="{0F602C30-26C3-4484-8AA6-74DA56BABDF2}" destId="{79B3CDDA-5154-43C4-B050-BB93BE8E29AC}" srcOrd="0" destOrd="0" parTransId="{45188696-FF74-4B24-9297-0AC98206C11F}" sibTransId="{9DCDA766-D7BD-4020-8B6D-62D8C9B6D68C}"/>
    <dgm:cxn modelId="{2B922660-3BD3-4D0C-98DF-D2D68371DE2D}" type="presOf" srcId="{BF412A69-D7CC-45C4-9441-B07BDF9FFF91}" destId="{5C531201-5C8F-4DC3-976A-CA44F7DF8A98}" srcOrd="0" destOrd="0" presId="urn:microsoft.com/office/officeart/2005/8/layout/vProcess5"/>
    <dgm:cxn modelId="{3A554464-3F68-4529-AC16-503F14153944}" type="presOf" srcId="{583C4082-C6D9-4B9E-92BD-61BD4C30915C}" destId="{B14DA5D2-4079-4234-A2C2-B75C80AB564D}" srcOrd="0" destOrd="0" presId="urn:microsoft.com/office/officeart/2005/8/layout/vProcess5"/>
    <dgm:cxn modelId="{69FF7D4A-8D1B-46D4-A19C-C2B73CD1B18F}" type="presOf" srcId="{0F602C30-26C3-4484-8AA6-74DA56BABDF2}" destId="{803FB7A3-1F4D-487C-916A-C6FB70634781}" srcOrd="0" destOrd="0" presId="urn:microsoft.com/office/officeart/2005/8/layout/vProcess5"/>
    <dgm:cxn modelId="{63CE2357-E2BD-440D-AB06-FD7C08B6C6FF}" type="presOf" srcId="{C566CBEF-08D4-4FA3-9489-B0E20C6B0ABB}" destId="{2F7FB2DD-225B-4D96-80F2-CD7CD70CB405}" srcOrd="0" destOrd="0" presId="urn:microsoft.com/office/officeart/2005/8/layout/vProcess5"/>
    <dgm:cxn modelId="{A3F1407A-63D6-4B58-B5A1-998620BFF879}" type="presOf" srcId="{54C3BA60-9CDA-4699-B04B-40CDB7471977}" destId="{FCDA4B75-3672-4298-AEFC-E4F055662A76}" srcOrd="1" destOrd="0" presId="urn:microsoft.com/office/officeart/2005/8/layout/vProcess5"/>
    <dgm:cxn modelId="{5DB6985A-B5F6-4D13-AE28-6A0C082DD014}" type="presOf" srcId="{857A3B3E-E855-4EFB-959F-DEE79B86896E}" destId="{FE305216-C9F4-4885-9EE2-83F13C65AE5D}" srcOrd="1" destOrd="0" presId="urn:microsoft.com/office/officeart/2005/8/layout/vProcess5"/>
    <dgm:cxn modelId="{678AA596-3968-479C-8190-5A0267099A33}" type="presOf" srcId="{61AAF23D-4669-4EE3-9F03-BC8738CB3045}" destId="{E5113190-F716-4B0E-B4B1-0B59D04D5E75}" srcOrd="0" destOrd="0" presId="urn:microsoft.com/office/officeart/2005/8/layout/vProcess5"/>
    <dgm:cxn modelId="{97A7BA99-F00B-4841-8F47-66892347AA0D}" type="presOf" srcId="{0F59D6DB-9277-4F97-B7CF-FAE9C2A91638}" destId="{47363D97-04D9-4E71-A857-28369092F6CA}" srcOrd="1" destOrd="0" presId="urn:microsoft.com/office/officeart/2005/8/layout/vProcess5"/>
    <dgm:cxn modelId="{4172C2B1-0A2A-418C-B1F5-8F7A86FCD54F}" type="presOf" srcId="{79B3CDDA-5154-43C4-B050-BB93BE8E29AC}" destId="{BFCE09EF-4D4E-48E0-A90E-50FAD6ABFE0E}" srcOrd="1" destOrd="0" presId="urn:microsoft.com/office/officeart/2005/8/layout/vProcess5"/>
    <dgm:cxn modelId="{8BAC75D3-5C5F-41FF-9340-69B4B718FAED}" type="presOf" srcId="{9DCDA766-D7BD-4020-8B6D-62D8C9B6D68C}" destId="{683A9CEC-1D19-4626-9394-BF9010B78941}" srcOrd="0" destOrd="0" presId="urn:microsoft.com/office/officeart/2005/8/layout/vProcess5"/>
    <dgm:cxn modelId="{2F0179E6-06E7-44D1-B80C-0161720A021B}" srcId="{0F602C30-26C3-4484-8AA6-74DA56BABDF2}" destId="{857A3B3E-E855-4EFB-959F-DEE79B86896E}" srcOrd="4" destOrd="0" parTransId="{816C1CF5-CA78-457B-90D0-2DE716F2E9A7}" sibTransId="{A52887C6-12C9-4780-A609-44A1E5114BDB}"/>
    <dgm:cxn modelId="{B4C0BDE7-1AE2-4B69-BA6A-0E671B005AE0}" type="presOf" srcId="{79B3CDDA-5154-43C4-B050-BB93BE8E29AC}" destId="{F00EA39A-C087-4F87-AAB7-428D53B5BA4C}" srcOrd="0" destOrd="0" presId="urn:microsoft.com/office/officeart/2005/8/layout/vProcess5"/>
    <dgm:cxn modelId="{9CA497E9-4831-4C09-92BD-0BF43842E675}" srcId="{0F602C30-26C3-4484-8AA6-74DA56BABDF2}" destId="{0F59D6DB-9277-4F97-B7CF-FAE9C2A91638}" srcOrd="2" destOrd="0" parTransId="{02BA0F7F-7742-4AB5-9E42-6D67F065407B}" sibTransId="{61AAF23D-4669-4EE3-9F03-BC8738CB3045}"/>
    <dgm:cxn modelId="{BD9C5DFA-62BE-4FBB-BC51-CD255A9E5F0F}" type="presOf" srcId="{857A3B3E-E855-4EFB-959F-DEE79B86896E}" destId="{8CECCCAB-C884-41EC-B838-CEDE4052FDE1}" srcOrd="0" destOrd="0" presId="urn:microsoft.com/office/officeart/2005/8/layout/vProcess5"/>
    <dgm:cxn modelId="{7952F5FC-3462-4DFD-9FA0-364439F96968}" type="presOf" srcId="{54C3BA60-9CDA-4699-B04B-40CDB7471977}" destId="{BCB0A272-63ED-43B5-8CBA-2F9D801525C2}" srcOrd="0" destOrd="0" presId="urn:microsoft.com/office/officeart/2005/8/layout/vProcess5"/>
    <dgm:cxn modelId="{E4C12E43-2541-4DD0-97CD-733A5B805722}" type="presParOf" srcId="{803FB7A3-1F4D-487C-916A-C6FB70634781}" destId="{E1B3EBF0-928B-4C78-9D8B-7ABE203E98C6}" srcOrd="0" destOrd="0" presId="urn:microsoft.com/office/officeart/2005/8/layout/vProcess5"/>
    <dgm:cxn modelId="{1498EDF2-D9C7-4EF5-A83D-CEB720028672}" type="presParOf" srcId="{803FB7A3-1F4D-487C-916A-C6FB70634781}" destId="{F00EA39A-C087-4F87-AAB7-428D53B5BA4C}" srcOrd="1" destOrd="0" presId="urn:microsoft.com/office/officeart/2005/8/layout/vProcess5"/>
    <dgm:cxn modelId="{ACC51969-3D3A-4BBA-A2A3-CCEBA3FB0F31}" type="presParOf" srcId="{803FB7A3-1F4D-487C-916A-C6FB70634781}" destId="{2F7FB2DD-225B-4D96-80F2-CD7CD70CB405}" srcOrd="2" destOrd="0" presId="urn:microsoft.com/office/officeart/2005/8/layout/vProcess5"/>
    <dgm:cxn modelId="{D9B39527-3ACC-4783-A1CB-7F9C3DFD4C65}" type="presParOf" srcId="{803FB7A3-1F4D-487C-916A-C6FB70634781}" destId="{0F8AAC3C-401A-4744-A5DC-300A9C45709C}" srcOrd="3" destOrd="0" presId="urn:microsoft.com/office/officeart/2005/8/layout/vProcess5"/>
    <dgm:cxn modelId="{A7CF4615-3D42-474D-B7DF-D6BAE2E11BA7}" type="presParOf" srcId="{803FB7A3-1F4D-487C-916A-C6FB70634781}" destId="{BCB0A272-63ED-43B5-8CBA-2F9D801525C2}" srcOrd="4" destOrd="0" presId="urn:microsoft.com/office/officeart/2005/8/layout/vProcess5"/>
    <dgm:cxn modelId="{CB784E5E-0FDC-4CEC-AB9E-91026B53B470}" type="presParOf" srcId="{803FB7A3-1F4D-487C-916A-C6FB70634781}" destId="{8CECCCAB-C884-41EC-B838-CEDE4052FDE1}" srcOrd="5" destOrd="0" presId="urn:microsoft.com/office/officeart/2005/8/layout/vProcess5"/>
    <dgm:cxn modelId="{28EBDF1D-86F0-43E1-BECD-638E64C3B59B}" type="presParOf" srcId="{803FB7A3-1F4D-487C-916A-C6FB70634781}" destId="{683A9CEC-1D19-4626-9394-BF9010B78941}" srcOrd="6" destOrd="0" presId="urn:microsoft.com/office/officeart/2005/8/layout/vProcess5"/>
    <dgm:cxn modelId="{7DB152A1-CEE5-4CE8-865C-A50AF3ED5C8D}" type="presParOf" srcId="{803FB7A3-1F4D-487C-916A-C6FB70634781}" destId="{B14DA5D2-4079-4234-A2C2-B75C80AB564D}" srcOrd="7" destOrd="0" presId="urn:microsoft.com/office/officeart/2005/8/layout/vProcess5"/>
    <dgm:cxn modelId="{B976CEA0-85DA-4AE7-A27A-7C2CD68D9266}" type="presParOf" srcId="{803FB7A3-1F4D-487C-916A-C6FB70634781}" destId="{E5113190-F716-4B0E-B4B1-0B59D04D5E75}" srcOrd="8" destOrd="0" presId="urn:microsoft.com/office/officeart/2005/8/layout/vProcess5"/>
    <dgm:cxn modelId="{CBA2F223-54BA-448D-BAC7-0671737A11D5}" type="presParOf" srcId="{803FB7A3-1F4D-487C-916A-C6FB70634781}" destId="{5C531201-5C8F-4DC3-976A-CA44F7DF8A98}" srcOrd="9" destOrd="0" presId="urn:microsoft.com/office/officeart/2005/8/layout/vProcess5"/>
    <dgm:cxn modelId="{3B925BD4-4596-49DF-BE3F-FB06176C47E3}" type="presParOf" srcId="{803FB7A3-1F4D-487C-916A-C6FB70634781}" destId="{BFCE09EF-4D4E-48E0-A90E-50FAD6ABFE0E}" srcOrd="10" destOrd="0" presId="urn:microsoft.com/office/officeart/2005/8/layout/vProcess5"/>
    <dgm:cxn modelId="{72A5B30A-5AE3-424A-96F4-08EFD9FB2A5B}" type="presParOf" srcId="{803FB7A3-1F4D-487C-916A-C6FB70634781}" destId="{1DC15750-46BB-411C-98BD-5C047A505A8D}" srcOrd="11" destOrd="0" presId="urn:microsoft.com/office/officeart/2005/8/layout/vProcess5"/>
    <dgm:cxn modelId="{9446A6A4-0217-4208-8F3C-2600A1364F74}" type="presParOf" srcId="{803FB7A3-1F4D-487C-916A-C6FB70634781}" destId="{47363D97-04D9-4E71-A857-28369092F6CA}" srcOrd="12" destOrd="0" presId="urn:microsoft.com/office/officeart/2005/8/layout/vProcess5"/>
    <dgm:cxn modelId="{2B083773-F208-41BE-97B5-A7610B7E9674}" type="presParOf" srcId="{803FB7A3-1F4D-487C-916A-C6FB70634781}" destId="{FCDA4B75-3672-4298-AEFC-E4F055662A76}" srcOrd="13" destOrd="0" presId="urn:microsoft.com/office/officeart/2005/8/layout/vProcess5"/>
    <dgm:cxn modelId="{4F368F45-0082-465C-80D7-147B68BBA44E}" type="presParOf" srcId="{803FB7A3-1F4D-487C-916A-C6FB70634781}" destId="{FE305216-C9F4-4885-9EE2-83F13C65AE5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602C30-26C3-4484-8AA6-74DA56BABDF2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9B3CDDA-5154-43C4-B050-BB93BE8E29AC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de-DE" sz="2400" b="1" dirty="0">
              <a:solidFill>
                <a:schemeClr val="accent4"/>
              </a:solidFill>
            </a:rPr>
            <a:t>Background &amp; Strategic Significance</a:t>
          </a:r>
          <a:endParaRPr lang="de-DE" sz="2400" dirty="0">
            <a:solidFill>
              <a:schemeClr val="accent4"/>
            </a:solidFill>
          </a:endParaRPr>
        </a:p>
      </dgm:t>
    </dgm:pt>
    <dgm:pt modelId="{45188696-FF74-4B24-9297-0AC98206C11F}" type="parTrans" cxnId="{2CF46F3A-DF75-46C6-BF56-A18DAE523362}">
      <dgm:prSet/>
      <dgm:spPr/>
      <dgm:t>
        <a:bodyPr/>
        <a:lstStyle/>
        <a:p>
          <a:endParaRPr lang="de-DE"/>
        </a:p>
      </dgm:t>
    </dgm:pt>
    <dgm:pt modelId="{9DCDA766-D7BD-4020-8B6D-62D8C9B6D68C}" type="sibTrans" cxnId="{2CF46F3A-DF75-46C6-BF56-A18DAE523362}">
      <dgm:prSet/>
      <dgm:spPr/>
      <dgm:t>
        <a:bodyPr/>
        <a:lstStyle/>
        <a:p>
          <a:endParaRPr lang="de-DE"/>
        </a:p>
      </dgm:t>
    </dgm:pt>
    <dgm:pt modelId="{C566CBEF-08D4-4FA3-9489-B0E20C6B0ABB}">
      <dgm:prSet/>
      <dgm:spPr/>
      <dgm:t>
        <a:bodyPr/>
        <a:lstStyle/>
        <a:p>
          <a:r>
            <a:rPr lang="de-DE" b="1"/>
            <a:t>Literature &amp; Theoretical Framework</a:t>
          </a:r>
          <a:endParaRPr lang="zh-CN" altLang="de-DE" dirty="0"/>
        </a:p>
      </dgm:t>
    </dgm:pt>
    <dgm:pt modelId="{EC8F23DA-942E-45A0-8089-7AE09D0B8397}" type="parTrans" cxnId="{EFF4522A-D535-49E9-BEBB-2647462B595F}">
      <dgm:prSet/>
      <dgm:spPr/>
      <dgm:t>
        <a:bodyPr/>
        <a:lstStyle/>
        <a:p>
          <a:endParaRPr lang="de-DE"/>
        </a:p>
      </dgm:t>
    </dgm:pt>
    <dgm:pt modelId="{583C4082-C6D9-4B9E-92BD-61BD4C30915C}" type="sibTrans" cxnId="{EFF4522A-D535-49E9-BEBB-2647462B595F}">
      <dgm:prSet/>
      <dgm:spPr/>
      <dgm:t>
        <a:bodyPr/>
        <a:lstStyle/>
        <a:p>
          <a:endParaRPr lang="de-DE"/>
        </a:p>
      </dgm:t>
    </dgm:pt>
    <dgm:pt modelId="{0F59D6DB-9277-4F97-B7CF-FAE9C2A91638}">
      <dgm:prSet/>
      <dgm:spPr/>
      <dgm:t>
        <a:bodyPr/>
        <a:lstStyle/>
        <a:p>
          <a:r>
            <a:rPr lang="de-DE" b="1"/>
            <a:t>Pipeline &amp; Overall Architecture</a:t>
          </a:r>
          <a:endParaRPr lang="zh-CN" altLang="de-DE" dirty="0"/>
        </a:p>
      </dgm:t>
    </dgm:pt>
    <dgm:pt modelId="{02BA0F7F-7742-4AB5-9E42-6D67F065407B}" type="parTrans" cxnId="{9CA497E9-4831-4C09-92BD-0BF43842E675}">
      <dgm:prSet/>
      <dgm:spPr/>
      <dgm:t>
        <a:bodyPr/>
        <a:lstStyle/>
        <a:p>
          <a:endParaRPr lang="de-DE"/>
        </a:p>
      </dgm:t>
    </dgm:pt>
    <dgm:pt modelId="{61AAF23D-4669-4EE3-9F03-BC8738CB3045}" type="sibTrans" cxnId="{9CA497E9-4831-4C09-92BD-0BF43842E675}">
      <dgm:prSet/>
      <dgm:spPr/>
      <dgm:t>
        <a:bodyPr/>
        <a:lstStyle/>
        <a:p>
          <a:endParaRPr lang="de-DE"/>
        </a:p>
      </dgm:t>
    </dgm:pt>
    <dgm:pt modelId="{54C3BA60-9CDA-4699-B04B-40CDB7471977}">
      <dgm:prSet/>
      <dgm:spPr/>
      <dgm:t>
        <a:bodyPr/>
        <a:lstStyle/>
        <a:p>
          <a:r>
            <a:rPr lang="de-DE" b="1" dirty="0"/>
            <a:t>Current Progress &amp; Data Results</a:t>
          </a:r>
        </a:p>
      </dgm:t>
    </dgm:pt>
    <dgm:pt modelId="{2707B3FE-2102-4F94-A342-9379E5579335}" type="parTrans" cxnId="{4A485133-6046-4187-AA76-DEB76B2877DE}">
      <dgm:prSet/>
      <dgm:spPr/>
      <dgm:t>
        <a:bodyPr/>
        <a:lstStyle/>
        <a:p>
          <a:endParaRPr lang="de-DE"/>
        </a:p>
      </dgm:t>
    </dgm:pt>
    <dgm:pt modelId="{BF412A69-D7CC-45C4-9441-B07BDF9FFF91}" type="sibTrans" cxnId="{4A485133-6046-4187-AA76-DEB76B2877DE}">
      <dgm:prSet/>
      <dgm:spPr/>
      <dgm:t>
        <a:bodyPr/>
        <a:lstStyle/>
        <a:p>
          <a:endParaRPr lang="de-DE"/>
        </a:p>
      </dgm:t>
    </dgm:pt>
    <dgm:pt modelId="{857A3B3E-E855-4EFB-959F-DEE79B86896E}">
      <dgm:prSet/>
      <dgm:spPr/>
      <dgm:t>
        <a:bodyPr/>
        <a:lstStyle/>
        <a:p>
          <a:r>
            <a:rPr lang="en-US" altLang="zh-CN" b="1" dirty="0"/>
            <a:t>Follow-up work and expected results</a:t>
          </a:r>
          <a:endParaRPr lang="zh-CN" altLang="de-DE" b="1" dirty="0"/>
        </a:p>
      </dgm:t>
    </dgm:pt>
    <dgm:pt modelId="{816C1CF5-CA78-457B-90D0-2DE716F2E9A7}" type="parTrans" cxnId="{2F0179E6-06E7-44D1-B80C-0161720A021B}">
      <dgm:prSet/>
      <dgm:spPr/>
      <dgm:t>
        <a:bodyPr/>
        <a:lstStyle/>
        <a:p>
          <a:endParaRPr lang="de-DE"/>
        </a:p>
      </dgm:t>
    </dgm:pt>
    <dgm:pt modelId="{A52887C6-12C9-4780-A609-44A1E5114BDB}" type="sibTrans" cxnId="{2F0179E6-06E7-44D1-B80C-0161720A021B}">
      <dgm:prSet/>
      <dgm:spPr/>
      <dgm:t>
        <a:bodyPr/>
        <a:lstStyle/>
        <a:p>
          <a:endParaRPr lang="de-DE"/>
        </a:p>
      </dgm:t>
    </dgm:pt>
    <dgm:pt modelId="{803FB7A3-1F4D-487C-916A-C6FB70634781}" type="pres">
      <dgm:prSet presAssocID="{0F602C30-26C3-4484-8AA6-74DA56BABDF2}" presName="outerComposite" presStyleCnt="0">
        <dgm:presLayoutVars>
          <dgm:chMax val="5"/>
          <dgm:dir/>
          <dgm:resizeHandles val="exact"/>
        </dgm:presLayoutVars>
      </dgm:prSet>
      <dgm:spPr/>
    </dgm:pt>
    <dgm:pt modelId="{E1B3EBF0-928B-4C78-9D8B-7ABE203E98C6}" type="pres">
      <dgm:prSet presAssocID="{0F602C30-26C3-4484-8AA6-74DA56BABDF2}" presName="dummyMaxCanvas" presStyleCnt="0">
        <dgm:presLayoutVars/>
      </dgm:prSet>
      <dgm:spPr/>
    </dgm:pt>
    <dgm:pt modelId="{F00EA39A-C087-4F87-AAB7-428D53B5BA4C}" type="pres">
      <dgm:prSet presAssocID="{0F602C30-26C3-4484-8AA6-74DA56BABDF2}" presName="FiveNodes_1" presStyleLbl="node1" presStyleIdx="0" presStyleCnt="5">
        <dgm:presLayoutVars>
          <dgm:bulletEnabled val="1"/>
        </dgm:presLayoutVars>
      </dgm:prSet>
      <dgm:spPr/>
    </dgm:pt>
    <dgm:pt modelId="{2F7FB2DD-225B-4D96-80F2-CD7CD70CB405}" type="pres">
      <dgm:prSet presAssocID="{0F602C30-26C3-4484-8AA6-74DA56BABDF2}" presName="FiveNodes_2" presStyleLbl="node1" presStyleIdx="1" presStyleCnt="5">
        <dgm:presLayoutVars>
          <dgm:bulletEnabled val="1"/>
        </dgm:presLayoutVars>
      </dgm:prSet>
      <dgm:spPr/>
    </dgm:pt>
    <dgm:pt modelId="{0F8AAC3C-401A-4744-A5DC-300A9C45709C}" type="pres">
      <dgm:prSet presAssocID="{0F602C30-26C3-4484-8AA6-74DA56BABDF2}" presName="FiveNodes_3" presStyleLbl="node1" presStyleIdx="2" presStyleCnt="5">
        <dgm:presLayoutVars>
          <dgm:bulletEnabled val="1"/>
        </dgm:presLayoutVars>
      </dgm:prSet>
      <dgm:spPr/>
    </dgm:pt>
    <dgm:pt modelId="{BCB0A272-63ED-43B5-8CBA-2F9D801525C2}" type="pres">
      <dgm:prSet presAssocID="{0F602C30-26C3-4484-8AA6-74DA56BABDF2}" presName="FiveNodes_4" presStyleLbl="node1" presStyleIdx="3" presStyleCnt="5">
        <dgm:presLayoutVars>
          <dgm:bulletEnabled val="1"/>
        </dgm:presLayoutVars>
      </dgm:prSet>
      <dgm:spPr/>
    </dgm:pt>
    <dgm:pt modelId="{8CECCCAB-C884-41EC-B838-CEDE4052FDE1}" type="pres">
      <dgm:prSet presAssocID="{0F602C30-26C3-4484-8AA6-74DA56BABDF2}" presName="FiveNodes_5" presStyleLbl="node1" presStyleIdx="4" presStyleCnt="5">
        <dgm:presLayoutVars>
          <dgm:bulletEnabled val="1"/>
        </dgm:presLayoutVars>
      </dgm:prSet>
      <dgm:spPr/>
    </dgm:pt>
    <dgm:pt modelId="{683A9CEC-1D19-4626-9394-BF9010B78941}" type="pres">
      <dgm:prSet presAssocID="{0F602C30-26C3-4484-8AA6-74DA56BABDF2}" presName="FiveConn_1-2" presStyleLbl="fgAccFollowNode1" presStyleIdx="0" presStyleCnt="4">
        <dgm:presLayoutVars>
          <dgm:bulletEnabled val="1"/>
        </dgm:presLayoutVars>
      </dgm:prSet>
      <dgm:spPr/>
    </dgm:pt>
    <dgm:pt modelId="{B14DA5D2-4079-4234-A2C2-B75C80AB564D}" type="pres">
      <dgm:prSet presAssocID="{0F602C30-26C3-4484-8AA6-74DA56BABDF2}" presName="FiveConn_2-3" presStyleLbl="fgAccFollowNode1" presStyleIdx="1" presStyleCnt="4">
        <dgm:presLayoutVars>
          <dgm:bulletEnabled val="1"/>
        </dgm:presLayoutVars>
      </dgm:prSet>
      <dgm:spPr/>
    </dgm:pt>
    <dgm:pt modelId="{E5113190-F716-4B0E-B4B1-0B59D04D5E75}" type="pres">
      <dgm:prSet presAssocID="{0F602C30-26C3-4484-8AA6-74DA56BABDF2}" presName="FiveConn_3-4" presStyleLbl="fgAccFollowNode1" presStyleIdx="2" presStyleCnt="4">
        <dgm:presLayoutVars>
          <dgm:bulletEnabled val="1"/>
        </dgm:presLayoutVars>
      </dgm:prSet>
      <dgm:spPr/>
    </dgm:pt>
    <dgm:pt modelId="{5C531201-5C8F-4DC3-976A-CA44F7DF8A98}" type="pres">
      <dgm:prSet presAssocID="{0F602C30-26C3-4484-8AA6-74DA56BABDF2}" presName="FiveConn_4-5" presStyleLbl="fgAccFollowNode1" presStyleIdx="3" presStyleCnt="4">
        <dgm:presLayoutVars>
          <dgm:bulletEnabled val="1"/>
        </dgm:presLayoutVars>
      </dgm:prSet>
      <dgm:spPr/>
    </dgm:pt>
    <dgm:pt modelId="{BFCE09EF-4D4E-48E0-A90E-50FAD6ABFE0E}" type="pres">
      <dgm:prSet presAssocID="{0F602C30-26C3-4484-8AA6-74DA56BABDF2}" presName="FiveNodes_1_text" presStyleLbl="node1" presStyleIdx="4" presStyleCnt="5">
        <dgm:presLayoutVars>
          <dgm:bulletEnabled val="1"/>
        </dgm:presLayoutVars>
      </dgm:prSet>
      <dgm:spPr/>
    </dgm:pt>
    <dgm:pt modelId="{1DC15750-46BB-411C-98BD-5C047A505A8D}" type="pres">
      <dgm:prSet presAssocID="{0F602C30-26C3-4484-8AA6-74DA56BABDF2}" presName="FiveNodes_2_text" presStyleLbl="node1" presStyleIdx="4" presStyleCnt="5">
        <dgm:presLayoutVars>
          <dgm:bulletEnabled val="1"/>
        </dgm:presLayoutVars>
      </dgm:prSet>
      <dgm:spPr/>
    </dgm:pt>
    <dgm:pt modelId="{47363D97-04D9-4E71-A857-28369092F6CA}" type="pres">
      <dgm:prSet presAssocID="{0F602C30-26C3-4484-8AA6-74DA56BABDF2}" presName="FiveNodes_3_text" presStyleLbl="node1" presStyleIdx="4" presStyleCnt="5">
        <dgm:presLayoutVars>
          <dgm:bulletEnabled val="1"/>
        </dgm:presLayoutVars>
      </dgm:prSet>
      <dgm:spPr/>
    </dgm:pt>
    <dgm:pt modelId="{FCDA4B75-3672-4298-AEFC-E4F055662A76}" type="pres">
      <dgm:prSet presAssocID="{0F602C30-26C3-4484-8AA6-74DA56BABDF2}" presName="FiveNodes_4_text" presStyleLbl="node1" presStyleIdx="4" presStyleCnt="5">
        <dgm:presLayoutVars>
          <dgm:bulletEnabled val="1"/>
        </dgm:presLayoutVars>
      </dgm:prSet>
      <dgm:spPr/>
    </dgm:pt>
    <dgm:pt modelId="{FE305216-C9F4-4885-9EE2-83F13C65AE5D}" type="pres">
      <dgm:prSet presAssocID="{0F602C30-26C3-4484-8AA6-74DA56BABDF2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B322FC11-E2A8-46EA-BF0C-8BFBBD1AB0D3}" type="presOf" srcId="{0F59D6DB-9277-4F97-B7CF-FAE9C2A91638}" destId="{0F8AAC3C-401A-4744-A5DC-300A9C45709C}" srcOrd="0" destOrd="0" presId="urn:microsoft.com/office/officeart/2005/8/layout/vProcess5"/>
    <dgm:cxn modelId="{0FA6CA1B-B1F7-4C27-B079-5987760B635F}" type="presOf" srcId="{C566CBEF-08D4-4FA3-9489-B0E20C6B0ABB}" destId="{1DC15750-46BB-411C-98BD-5C047A505A8D}" srcOrd="1" destOrd="0" presId="urn:microsoft.com/office/officeart/2005/8/layout/vProcess5"/>
    <dgm:cxn modelId="{EFF4522A-D535-49E9-BEBB-2647462B595F}" srcId="{0F602C30-26C3-4484-8AA6-74DA56BABDF2}" destId="{C566CBEF-08D4-4FA3-9489-B0E20C6B0ABB}" srcOrd="1" destOrd="0" parTransId="{EC8F23DA-942E-45A0-8089-7AE09D0B8397}" sibTransId="{583C4082-C6D9-4B9E-92BD-61BD4C30915C}"/>
    <dgm:cxn modelId="{4A485133-6046-4187-AA76-DEB76B2877DE}" srcId="{0F602C30-26C3-4484-8AA6-74DA56BABDF2}" destId="{54C3BA60-9CDA-4699-B04B-40CDB7471977}" srcOrd="3" destOrd="0" parTransId="{2707B3FE-2102-4F94-A342-9379E5579335}" sibTransId="{BF412A69-D7CC-45C4-9441-B07BDF9FFF91}"/>
    <dgm:cxn modelId="{2CF46F3A-DF75-46C6-BF56-A18DAE523362}" srcId="{0F602C30-26C3-4484-8AA6-74DA56BABDF2}" destId="{79B3CDDA-5154-43C4-B050-BB93BE8E29AC}" srcOrd="0" destOrd="0" parTransId="{45188696-FF74-4B24-9297-0AC98206C11F}" sibTransId="{9DCDA766-D7BD-4020-8B6D-62D8C9B6D68C}"/>
    <dgm:cxn modelId="{2B922660-3BD3-4D0C-98DF-D2D68371DE2D}" type="presOf" srcId="{BF412A69-D7CC-45C4-9441-B07BDF9FFF91}" destId="{5C531201-5C8F-4DC3-976A-CA44F7DF8A98}" srcOrd="0" destOrd="0" presId="urn:microsoft.com/office/officeart/2005/8/layout/vProcess5"/>
    <dgm:cxn modelId="{3A554464-3F68-4529-AC16-503F14153944}" type="presOf" srcId="{583C4082-C6D9-4B9E-92BD-61BD4C30915C}" destId="{B14DA5D2-4079-4234-A2C2-B75C80AB564D}" srcOrd="0" destOrd="0" presId="urn:microsoft.com/office/officeart/2005/8/layout/vProcess5"/>
    <dgm:cxn modelId="{69FF7D4A-8D1B-46D4-A19C-C2B73CD1B18F}" type="presOf" srcId="{0F602C30-26C3-4484-8AA6-74DA56BABDF2}" destId="{803FB7A3-1F4D-487C-916A-C6FB70634781}" srcOrd="0" destOrd="0" presId="urn:microsoft.com/office/officeart/2005/8/layout/vProcess5"/>
    <dgm:cxn modelId="{63CE2357-E2BD-440D-AB06-FD7C08B6C6FF}" type="presOf" srcId="{C566CBEF-08D4-4FA3-9489-B0E20C6B0ABB}" destId="{2F7FB2DD-225B-4D96-80F2-CD7CD70CB405}" srcOrd="0" destOrd="0" presId="urn:microsoft.com/office/officeart/2005/8/layout/vProcess5"/>
    <dgm:cxn modelId="{A3F1407A-63D6-4B58-B5A1-998620BFF879}" type="presOf" srcId="{54C3BA60-9CDA-4699-B04B-40CDB7471977}" destId="{FCDA4B75-3672-4298-AEFC-E4F055662A76}" srcOrd="1" destOrd="0" presId="urn:microsoft.com/office/officeart/2005/8/layout/vProcess5"/>
    <dgm:cxn modelId="{5DB6985A-B5F6-4D13-AE28-6A0C082DD014}" type="presOf" srcId="{857A3B3E-E855-4EFB-959F-DEE79B86896E}" destId="{FE305216-C9F4-4885-9EE2-83F13C65AE5D}" srcOrd="1" destOrd="0" presId="urn:microsoft.com/office/officeart/2005/8/layout/vProcess5"/>
    <dgm:cxn modelId="{678AA596-3968-479C-8190-5A0267099A33}" type="presOf" srcId="{61AAF23D-4669-4EE3-9F03-BC8738CB3045}" destId="{E5113190-F716-4B0E-B4B1-0B59D04D5E75}" srcOrd="0" destOrd="0" presId="urn:microsoft.com/office/officeart/2005/8/layout/vProcess5"/>
    <dgm:cxn modelId="{97A7BA99-F00B-4841-8F47-66892347AA0D}" type="presOf" srcId="{0F59D6DB-9277-4F97-B7CF-FAE9C2A91638}" destId="{47363D97-04D9-4E71-A857-28369092F6CA}" srcOrd="1" destOrd="0" presId="urn:microsoft.com/office/officeart/2005/8/layout/vProcess5"/>
    <dgm:cxn modelId="{4172C2B1-0A2A-418C-B1F5-8F7A86FCD54F}" type="presOf" srcId="{79B3CDDA-5154-43C4-B050-BB93BE8E29AC}" destId="{BFCE09EF-4D4E-48E0-A90E-50FAD6ABFE0E}" srcOrd="1" destOrd="0" presId="urn:microsoft.com/office/officeart/2005/8/layout/vProcess5"/>
    <dgm:cxn modelId="{8BAC75D3-5C5F-41FF-9340-69B4B718FAED}" type="presOf" srcId="{9DCDA766-D7BD-4020-8B6D-62D8C9B6D68C}" destId="{683A9CEC-1D19-4626-9394-BF9010B78941}" srcOrd="0" destOrd="0" presId="urn:microsoft.com/office/officeart/2005/8/layout/vProcess5"/>
    <dgm:cxn modelId="{2F0179E6-06E7-44D1-B80C-0161720A021B}" srcId="{0F602C30-26C3-4484-8AA6-74DA56BABDF2}" destId="{857A3B3E-E855-4EFB-959F-DEE79B86896E}" srcOrd="4" destOrd="0" parTransId="{816C1CF5-CA78-457B-90D0-2DE716F2E9A7}" sibTransId="{A52887C6-12C9-4780-A609-44A1E5114BDB}"/>
    <dgm:cxn modelId="{B4C0BDE7-1AE2-4B69-BA6A-0E671B005AE0}" type="presOf" srcId="{79B3CDDA-5154-43C4-B050-BB93BE8E29AC}" destId="{F00EA39A-C087-4F87-AAB7-428D53B5BA4C}" srcOrd="0" destOrd="0" presId="urn:microsoft.com/office/officeart/2005/8/layout/vProcess5"/>
    <dgm:cxn modelId="{9CA497E9-4831-4C09-92BD-0BF43842E675}" srcId="{0F602C30-26C3-4484-8AA6-74DA56BABDF2}" destId="{0F59D6DB-9277-4F97-B7CF-FAE9C2A91638}" srcOrd="2" destOrd="0" parTransId="{02BA0F7F-7742-4AB5-9E42-6D67F065407B}" sibTransId="{61AAF23D-4669-4EE3-9F03-BC8738CB3045}"/>
    <dgm:cxn modelId="{BD9C5DFA-62BE-4FBB-BC51-CD255A9E5F0F}" type="presOf" srcId="{857A3B3E-E855-4EFB-959F-DEE79B86896E}" destId="{8CECCCAB-C884-41EC-B838-CEDE4052FDE1}" srcOrd="0" destOrd="0" presId="urn:microsoft.com/office/officeart/2005/8/layout/vProcess5"/>
    <dgm:cxn modelId="{7952F5FC-3462-4DFD-9FA0-364439F96968}" type="presOf" srcId="{54C3BA60-9CDA-4699-B04B-40CDB7471977}" destId="{BCB0A272-63ED-43B5-8CBA-2F9D801525C2}" srcOrd="0" destOrd="0" presId="urn:microsoft.com/office/officeart/2005/8/layout/vProcess5"/>
    <dgm:cxn modelId="{E4C12E43-2541-4DD0-97CD-733A5B805722}" type="presParOf" srcId="{803FB7A3-1F4D-487C-916A-C6FB70634781}" destId="{E1B3EBF0-928B-4C78-9D8B-7ABE203E98C6}" srcOrd="0" destOrd="0" presId="urn:microsoft.com/office/officeart/2005/8/layout/vProcess5"/>
    <dgm:cxn modelId="{1498EDF2-D9C7-4EF5-A83D-CEB720028672}" type="presParOf" srcId="{803FB7A3-1F4D-487C-916A-C6FB70634781}" destId="{F00EA39A-C087-4F87-AAB7-428D53B5BA4C}" srcOrd="1" destOrd="0" presId="urn:microsoft.com/office/officeart/2005/8/layout/vProcess5"/>
    <dgm:cxn modelId="{ACC51969-3D3A-4BBA-A2A3-CCEBA3FB0F31}" type="presParOf" srcId="{803FB7A3-1F4D-487C-916A-C6FB70634781}" destId="{2F7FB2DD-225B-4D96-80F2-CD7CD70CB405}" srcOrd="2" destOrd="0" presId="urn:microsoft.com/office/officeart/2005/8/layout/vProcess5"/>
    <dgm:cxn modelId="{D9B39527-3ACC-4783-A1CB-7F9C3DFD4C65}" type="presParOf" srcId="{803FB7A3-1F4D-487C-916A-C6FB70634781}" destId="{0F8AAC3C-401A-4744-A5DC-300A9C45709C}" srcOrd="3" destOrd="0" presId="urn:microsoft.com/office/officeart/2005/8/layout/vProcess5"/>
    <dgm:cxn modelId="{A7CF4615-3D42-474D-B7DF-D6BAE2E11BA7}" type="presParOf" srcId="{803FB7A3-1F4D-487C-916A-C6FB70634781}" destId="{BCB0A272-63ED-43B5-8CBA-2F9D801525C2}" srcOrd="4" destOrd="0" presId="urn:microsoft.com/office/officeart/2005/8/layout/vProcess5"/>
    <dgm:cxn modelId="{CB784E5E-0FDC-4CEC-AB9E-91026B53B470}" type="presParOf" srcId="{803FB7A3-1F4D-487C-916A-C6FB70634781}" destId="{8CECCCAB-C884-41EC-B838-CEDE4052FDE1}" srcOrd="5" destOrd="0" presId="urn:microsoft.com/office/officeart/2005/8/layout/vProcess5"/>
    <dgm:cxn modelId="{28EBDF1D-86F0-43E1-BECD-638E64C3B59B}" type="presParOf" srcId="{803FB7A3-1F4D-487C-916A-C6FB70634781}" destId="{683A9CEC-1D19-4626-9394-BF9010B78941}" srcOrd="6" destOrd="0" presId="urn:microsoft.com/office/officeart/2005/8/layout/vProcess5"/>
    <dgm:cxn modelId="{7DB152A1-CEE5-4CE8-865C-A50AF3ED5C8D}" type="presParOf" srcId="{803FB7A3-1F4D-487C-916A-C6FB70634781}" destId="{B14DA5D2-4079-4234-A2C2-B75C80AB564D}" srcOrd="7" destOrd="0" presId="urn:microsoft.com/office/officeart/2005/8/layout/vProcess5"/>
    <dgm:cxn modelId="{B976CEA0-85DA-4AE7-A27A-7C2CD68D9266}" type="presParOf" srcId="{803FB7A3-1F4D-487C-916A-C6FB70634781}" destId="{E5113190-F716-4B0E-B4B1-0B59D04D5E75}" srcOrd="8" destOrd="0" presId="urn:microsoft.com/office/officeart/2005/8/layout/vProcess5"/>
    <dgm:cxn modelId="{CBA2F223-54BA-448D-BAC7-0671737A11D5}" type="presParOf" srcId="{803FB7A3-1F4D-487C-916A-C6FB70634781}" destId="{5C531201-5C8F-4DC3-976A-CA44F7DF8A98}" srcOrd="9" destOrd="0" presId="urn:microsoft.com/office/officeart/2005/8/layout/vProcess5"/>
    <dgm:cxn modelId="{3B925BD4-4596-49DF-BE3F-FB06176C47E3}" type="presParOf" srcId="{803FB7A3-1F4D-487C-916A-C6FB70634781}" destId="{BFCE09EF-4D4E-48E0-A90E-50FAD6ABFE0E}" srcOrd="10" destOrd="0" presId="urn:microsoft.com/office/officeart/2005/8/layout/vProcess5"/>
    <dgm:cxn modelId="{72A5B30A-5AE3-424A-96F4-08EFD9FB2A5B}" type="presParOf" srcId="{803FB7A3-1F4D-487C-916A-C6FB70634781}" destId="{1DC15750-46BB-411C-98BD-5C047A505A8D}" srcOrd="11" destOrd="0" presId="urn:microsoft.com/office/officeart/2005/8/layout/vProcess5"/>
    <dgm:cxn modelId="{9446A6A4-0217-4208-8F3C-2600A1364F74}" type="presParOf" srcId="{803FB7A3-1F4D-487C-916A-C6FB70634781}" destId="{47363D97-04D9-4E71-A857-28369092F6CA}" srcOrd="12" destOrd="0" presId="urn:microsoft.com/office/officeart/2005/8/layout/vProcess5"/>
    <dgm:cxn modelId="{2B083773-F208-41BE-97B5-A7610B7E9674}" type="presParOf" srcId="{803FB7A3-1F4D-487C-916A-C6FB70634781}" destId="{FCDA4B75-3672-4298-AEFC-E4F055662A76}" srcOrd="13" destOrd="0" presId="urn:microsoft.com/office/officeart/2005/8/layout/vProcess5"/>
    <dgm:cxn modelId="{4F368F45-0082-465C-80D7-147B68BBA44E}" type="presParOf" srcId="{803FB7A3-1F4D-487C-916A-C6FB70634781}" destId="{FE305216-C9F4-4885-9EE2-83F13C65AE5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602C30-26C3-4484-8AA6-74DA56BABDF2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9B3CDDA-5154-43C4-B050-BB93BE8E29AC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de-DE" sz="2400" b="1" dirty="0"/>
            <a:t>Background &amp; Strategic Significance</a:t>
          </a:r>
          <a:endParaRPr lang="de-DE" sz="2400" dirty="0"/>
        </a:p>
      </dgm:t>
    </dgm:pt>
    <dgm:pt modelId="{45188696-FF74-4B24-9297-0AC98206C11F}" type="parTrans" cxnId="{2CF46F3A-DF75-46C6-BF56-A18DAE523362}">
      <dgm:prSet/>
      <dgm:spPr/>
      <dgm:t>
        <a:bodyPr/>
        <a:lstStyle/>
        <a:p>
          <a:endParaRPr lang="de-DE"/>
        </a:p>
      </dgm:t>
    </dgm:pt>
    <dgm:pt modelId="{9DCDA766-D7BD-4020-8B6D-62D8C9B6D68C}" type="sibTrans" cxnId="{2CF46F3A-DF75-46C6-BF56-A18DAE523362}">
      <dgm:prSet/>
      <dgm:spPr/>
      <dgm:t>
        <a:bodyPr/>
        <a:lstStyle/>
        <a:p>
          <a:endParaRPr lang="de-DE"/>
        </a:p>
      </dgm:t>
    </dgm:pt>
    <dgm:pt modelId="{C566CBEF-08D4-4FA3-9489-B0E20C6B0ABB}">
      <dgm:prSet/>
      <dgm:spPr/>
      <dgm:t>
        <a:bodyPr/>
        <a:lstStyle/>
        <a:p>
          <a:r>
            <a:rPr lang="de-DE" b="1" dirty="0">
              <a:solidFill>
                <a:schemeClr val="accent4"/>
              </a:solidFill>
            </a:rPr>
            <a:t>Literature &amp; Theoretical Framework</a:t>
          </a:r>
          <a:endParaRPr lang="zh-CN" altLang="de-DE" dirty="0">
            <a:solidFill>
              <a:schemeClr val="accent4"/>
            </a:solidFill>
          </a:endParaRPr>
        </a:p>
      </dgm:t>
    </dgm:pt>
    <dgm:pt modelId="{EC8F23DA-942E-45A0-8089-7AE09D0B8397}" type="parTrans" cxnId="{EFF4522A-D535-49E9-BEBB-2647462B595F}">
      <dgm:prSet/>
      <dgm:spPr/>
      <dgm:t>
        <a:bodyPr/>
        <a:lstStyle/>
        <a:p>
          <a:endParaRPr lang="de-DE"/>
        </a:p>
      </dgm:t>
    </dgm:pt>
    <dgm:pt modelId="{583C4082-C6D9-4B9E-92BD-61BD4C30915C}" type="sibTrans" cxnId="{EFF4522A-D535-49E9-BEBB-2647462B595F}">
      <dgm:prSet/>
      <dgm:spPr/>
      <dgm:t>
        <a:bodyPr/>
        <a:lstStyle/>
        <a:p>
          <a:endParaRPr lang="de-DE"/>
        </a:p>
      </dgm:t>
    </dgm:pt>
    <dgm:pt modelId="{0F59D6DB-9277-4F97-B7CF-FAE9C2A91638}">
      <dgm:prSet/>
      <dgm:spPr/>
      <dgm:t>
        <a:bodyPr/>
        <a:lstStyle/>
        <a:p>
          <a:r>
            <a:rPr lang="de-DE" b="1"/>
            <a:t>Pipeline &amp; Overall Architecture</a:t>
          </a:r>
          <a:endParaRPr lang="zh-CN" altLang="de-DE" dirty="0"/>
        </a:p>
      </dgm:t>
    </dgm:pt>
    <dgm:pt modelId="{02BA0F7F-7742-4AB5-9E42-6D67F065407B}" type="parTrans" cxnId="{9CA497E9-4831-4C09-92BD-0BF43842E675}">
      <dgm:prSet/>
      <dgm:spPr/>
      <dgm:t>
        <a:bodyPr/>
        <a:lstStyle/>
        <a:p>
          <a:endParaRPr lang="de-DE"/>
        </a:p>
      </dgm:t>
    </dgm:pt>
    <dgm:pt modelId="{61AAF23D-4669-4EE3-9F03-BC8738CB3045}" type="sibTrans" cxnId="{9CA497E9-4831-4C09-92BD-0BF43842E675}">
      <dgm:prSet/>
      <dgm:spPr/>
      <dgm:t>
        <a:bodyPr/>
        <a:lstStyle/>
        <a:p>
          <a:endParaRPr lang="de-DE"/>
        </a:p>
      </dgm:t>
    </dgm:pt>
    <dgm:pt modelId="{54C3BA60-9CDA-4699-B04B-40CDB7471977}">
      <dgm:prSet/>
      <dgm:spPr/>
      <dgm:t>
        <a:bodyPr/>
        <a:lstStyle/>
        <a:p>
          <a:r>
            <a:rPr lang="de-DE" b="1" dirty="0"/>
            <a:t>Current Progress &amp; Data Results</a:t>
          </a:r>
        </a:p>
      </dgm:t>
    </dgm:pt>
    <dgm:pt modelId="{2707B3FE-2102-4F94-A342-9379E5579335}" type="parTrans" cxnId="{4A485133-6046-4187-AA76-DEB76B2877DE}">
      <dgm:prSet/>
      <dgm:spPr/>
      <dgm:t>
        <a:bodyPr/>
        <a:lstStyle/>
        <a:p>
          <a:endParaRPr lang="de-DE"/>
        </a:p>
      </dgm:t>
    </dgm:pt>
    <dgm:pt modelId="{BF412A69-D7CC-45C4-9441-B07BDF9FFF91}" type="sibTrans" cxnId="{4A485133-6046-4187-AA76-DEB76B2877DE}">
      <dgm:prSet/>
      <dgm:spPr/>
      <dgm:t>
        <a:bodyPr/>
        <a:lstStyle/>
        <a:p>
          <a:endParaRPr lang="de-DE"/>
        </a:p>
      </dgm:t>
    </dgm:pt>
    <dgm:pt modelId="{857A3B3E-E855-4EFB-959F-DEE79B86896E}">
      <dgm:prSet/>
      <dgm:spPr/>
      <dgm:t>
        <a:bodyPr/>
        <a:lstStyle/>
        <a:p>
          <a:r>
            <a:rPr lang="en-US" altLang="zh-CN" b="1" dirty="0"/>
            <a:t>Follow-up work and expected results</a:t>
          </a:r>
          <a:endParaRPr lang="zh-CN" altLang="de-DE" b="1" dirty="0"/>
        </a:p>
      </dgm:t>
    </dgm:pt>
    <dgm:pt modelId="{816C1CF5-CA78-457B-90D0-2DE716F2E9A7}" type="parTrans" cxnId="{2F0179E6-06E7-44D1-B80C-0161720A021B}">
      <dgm:prSet/>
      <dgm:spPr/>
      <dgm:t>
        <a:bodyPr/>
        <a:lstStyle/>
        <a:p>
          <a:endParaRPr lang="de-DE"/>
        </a:p>
      </dgm:t>
    </dgm:pt>
    <dgm:pt modelId="{A52887C6-12C9-4780-A609-44A1E5114BDB}" type="sibTrans" cxnId="{2F0179E6-06E7-44D1-B80C-0161720A021B}">
      <dgm:prSet/>
      <dgm:spPr/>
      <dgm:t>
        <a:bodyPr/>
        <a:lstStyle/>
        <a:p>
          <a:endParaRPr lang="de-DE"/>
        </a:p>
      </dgm:t>
    </dgm:pt>
    <dgm:pt modelId="{803FB7A3-1F4D-487C-916A-C6FB70634781}" type="pres">
      <dgm:prSet presAssocID="{0F602C30-26C3-4484-8AA6-74DA56BABDF2}" presName="outerComposite" presStyleCnt="0">
        <dgm:presLayoutVars>
          <dgm:chMax val="5"/>
          <dgm:dir/>
          <dgm:resizeHandles val="exact"/>
        </dgm:presLayoutVars>
      </dgm:prSet>
      <dgm:spPr/>
    </dgm:pt>
    <dgm:pt modelId="{E1B3EBF0-928B-4C78-9D8B-7ABE203E98C6}" type="pres">
      <dgm:prSet presAssocID="{0F602C30-26C3-4484-8AA6-74DA56BABDF2}" presName="dummyMaxCanvas" presStyleCnt="0">
        <dgm:presLayoutVars/>
      </dgm:prSet>
      <dgm:spPr/>
    </dgm:pt>
    <dgm:pt modelId="{F00EA39A-C087-4F87-AAB7-428D53B5BA4C}" type="pres">
      <dgm:prSet presAssocID="{0F602C30-26C3-4484-8AA6-74DA56BABDF2}" presName="FiveNodes_1" presStyleLbl="node1" presStyleIdx="0" presStyleCnt="5">
        <dgm:presLayoutVars>
          <dgm:bulletEnabled val="1"/>
        </dgm:presLayoutVars>
      </dgm:prSet>
      <dgm:spPr/>
    </dgm:pt>
    <dgm:pt modelId="{2F7FB2DD-225B-4D96-80F2-CD7CD70CB405}" type="pres">
      <dgm:prSet presAssocID="{0F602C30-26C3-4484-8AA6-74DA56BABDF2}" presName="FiveNodes_2" presStyleLbl="node1" presStyleIdx="1" presStyleCnt="5">
        <dgm:presLayoutVars>
          <dgm:bulletEnabled val="1"/>
        </dgm:presLayoutVars>
      </dgm:prSet>
      <dgm:spPr/>
    </dgm:pt>
    <dgm:pt modelId="{0F8AAC3C-401A-4744-A5DC-300A9C45709C}" type="pres">
      <dgm:prSet presAssocID="{0F602C30-26C3-4484-8AA6-74DA56BABDF2}" presName="FiveNodes_3" presStyleLbl="node1" presStyleIdx="2" presStyleCnt="5">
        <dgm:presLayoutVars>
          <dgm:bulletEnabled val="1"/>
        </dgm:presLayoutVars>
      </dgm:prSet>
      <dgm:spPr/>
    </dgm:pt>
    <dgm:pt modelId="{BCB0A272-63ED-43B5-8CBA-2F9D801525C2}" type="pres">
      <dgm:prSet presAssocID="{0F602C30-26C3-4484-8AA6-74DA56BABDF2}" presName="FiveNodes_4" presStyleLbl="node1" presStyleIdx="3" presStyleCnt="5">
        <dgm:presLayoutVars>
          <dgm:bulletEnabled val="1"/>
        </dgm:presLayoutVars>
      </dgm:prSet>
      <dgm:spPr/>
    </dgm:pt>
    <dgm:pt modelId="{8CECCCAB-C884-41EC-B838-CEDE4052FDE1}" type="pres">
      <dgm:prSet presAssocID="{0F602C30-26C3-4484-8AA6-74DA56BABDF2}" presName="FiveNodes_5" presStyleLbl="node1" presStyleIdx="4" presStyleCnt="5">
        <dgm:presLayoutVars>
          <dgm:bulletEnabled val="1"/>
        </dgm:presLayoutVars>
      </dgm:prSet>
      <dgm:spPr/>
    </dgm:pt>
    <dgm:pt modelId="{683A9CEC-1D19-4626-9394-BF9010B78941}" type="pres">
      <dgm:prSet presAssocID="{0F602C30-26C3-4484-8AA6-74DA56BABDF2}" presName="FiveConn_1-2" presStyleLbl="fgAccFollowNode1" presStyleIdx="0" presStyleCnt="4">
        <dgm:presLayoutVars>
          <dgm:bulletEnabled val="1"/>
        </dgm:presLayoutVars>
      </dgm:prSet>
      <dgm:spPr/>
    </dgm:pt>
    <dgm:pt modelId="{B14DA5D2-4079-4234-A2C2-B75C80AB564D}" type="pres">
      <dgm:prSet presAssocID="{0F602C30-26C3-4484-8AA6-74DA56BABDF2}" presName="FiveConn_2-3" presStyleLbl="fgAccFollowNode1" presStyleIdx="1" presStyleCnt="4">
        <dgm:presLayoutVars>
          <dgm:bulletEnabled val="1"/>
        </dgm:presLayoutVars>
      </dgm:prSet>
      <dgm:spPr/>
    </dgm:pt>
    <dgm:pt modelId="{E5113190-F716-4B0E-B4B1-0B59D04D5E75}" type="pres">
      <dgm:prSet presAssocID="{0F602C30-26C3-4484-8AA6-74DA56BABDF2}" presName="FiveConn_3-4" presStyleLbl="fgAccFollowNode1" presStyleIdx="2" presStyleCnt="4">
        <dgm:presLayoutVars>
          <dgm:bulletEnabled val="1"/>
        </dgm:presLayoutVars>
      </dgm:prSet>
      <dgm:spPr/>
    </dgm:pt>
    <dgm:pt modelId="{5C531201-5C8F-4DC3-976A-CA44F7DF8A98}" type="pres">
      <dgm:prSet presAssocID="{0F602C30-26C3-4484-8AA6-74DA56BABDF2}" presName="FiveConn_4-5" presStyleLbl="fgAccFollowNode1" presStyleIdx="3" presStyleCnt="4">
        <dgm:presLayoutVars>
          <dgm:bulletEnabled val="1"/>
        </dgm:presLayoutVars>
      </dgm:prSet>
      <dgm:spPr/>
    </dgm:pt>
    <dgm:pt modelId="{BFCE09EF-4D4E-48E0-A90E-50FAD6ABFE0E}" type="pres">
      <dgm:prSet presAssocID="{0F602C30-26C3-4484-8AA6-74DA56BABDF2}" presName="FiveNodes_1_text" presStyleLbl="node1" presStyleIdx="4" presStyleCnt="5">
        <dgm:presLayoutVars>
          <dgm:bulletEnabled val="1"/>
        </dgm:presLayoutVars>
      </dgm:prSet>
      <dgm:spPr/>
    </dgm:pt>
    <dgm:pt modelId="{1DC15750-46BB-411C-98BD-5C047A505A8D}" type="pres">
      <dgm:prSet presAssocID="{0F602C30-26C3-4484-8AA6-74DA56BABDF2}" presName="FiveNodes_2_text" presStyleLbl="node1" presStyleIdx="4" presStyleCnt="5">
        <dgm:presLayoutVars>
          <dgm:bulletEnabled val="1"/>
        </dgm:presLayoutVars>
      </dgm:prSet>
      <dgm:spPr/>
    </dgm:pt>
    <dgm:pt modelId="{47363D97-04D9-4E71-A857-28369092F6CA}" type="pres">
      <dgm:prSet presAssocID="{0F602C30-26C3-4484-8AA6-74DA56BABDF2}" presName="FiveNodes_3_text" presStyleLbl="node1" presStyleIdx="4" presStyleCnt="5">
        <dgm:presLayoutVars>
          <dgm:bulletEnabled val="1"/>
        </dgm:presLayoutVars>
      </dgm:prSet>
      <dgm:spPr/>
    </dgm:pt>
    <dgm:pt modelId="{FCDA4B75-3672-4298-AEFC-E4F055662A76}" type="pres">
      <dgm:prSet presAssocID="{0F602C30-26C3-4484-8AA6-74DA56BABDF2}" presName="FiveNodes_4_text" presStyleLbl="node1" presStyleIdx="4" presStyleCnt="5">
        <dgm:presLayoutVars>
          <dgm:bulletEnabled val="1"/>
        </dgm:presLayoutVars>
      </dgm:prSet>
      <dgm:spPr/>
    </dgm:pt>
    <dgm:pt modelId="{FE305216-C9F4-4885-9EE2-83F13C65AE5D}" type="pres">
      <dgm:prSet presAssocID="{0F602C30-26C3-4484-8AA6-74DA56BABDF2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B322FC11-E2A8-46EA-BF0C-8BFBBD1AB0D3}" type="presOf" srcId="{0F59D6DB-9277-4F97-B7CF-FAE9C2A91638}" destId="{0F8AAC3C-401A-4744-A5DC-300A9C45709C}" srcOrd="0" destOrd="0" presId="urn:microsoft.com/office/officeart/2005/8/layout/vProcess5"/>
    <dgm:cxn modelId="{0FA6CA1B-B1F7-4C27-B079-5987760B635F}" type="presOf" srcId="{C566CBEF-08D4-4FA3-9489-B0E20C6B0ABB}" destId="{1DC15750-46BB-411C-98BD-5C047A505A8D}" srcOrd="1" destOrd="0" presId="urn:microsoft.com/office/officeart/2005/8/layout/vProcess5"/>
    <dgm:cxn modelId="{EFF4522A-D535-49E9-BEBB-2647462B595F}" srcId="{0F602C30-26C3-4484-8AA6-74DA56BABDF2}" destId="{C566CBEF-08D4-4FA3-9489-B0E20C6B0ABB}" srcOrd="1" destOrd="0" parTransId="{EC8F23DA-942E-45A0-8089-7AE09D0B8397}" sibTransId="{583C4082-C6D9-4B9E-92BD-61BD4C30915C}"/>
    <dgm:cxn modelId="{4A485133-6046-4187-AA76-DEB76B2877DE}" srcId="{0F602C30-26C3-4484-8AA6-74DA56BABDF2}" destId="{54C3BA60-9CDA-4699-B04B-40CDB7471977}" srcOrd="3" destOrd="0" parTransId="{2707B3FE-2102-4F94-A342-9379E5579335}" sibTransId="{BF412A69-D7CC-45C4-9441-B07BDF9FFF91}"/>
    <dgm:cxn modelId="{2CF46F3A-DF75-46C6-BF56-A18DAE523362}" srcId="{0F602C30-26C3-4484-8AA6-74DA56BABDF2}" destId="{79B3CDDA-5154-43C4-B050-BB93BE8E29AC}" srcOrd="0" destOrd="0" parTransId="{45188696-FF74-4B24-9297-0AC98206C11F}" sibTransId="{9DCDA766-D7BD-4020-8B6D-62D8C9B6D68C}"/>
    <dgm:cxn modelId="{2B922660-3BD3-4D0C-98DF-D2D68371DE2D}" type="presOf" srcId="{BF412A69-D7CC-45C4-9441-B07BDF9FFF91}" destId="{5C531201-5C8F-4DC3-976A-CA44F7DF8A98}" srcOrd="0" destOrd="0" presId="urn:microsoft.com/office/officeart/2005/8/layout/vProcess5"/>
    <dgm:cxn modelId="{3A554464-3F68-4529-AC16-503F14153944}" type="presOf" srcId="{583C4082-C6D9-4B9E-92BD-61BD4C30915C}" destId="{B14DA5D2-4079-4234-A2C2-B75C80AB564D}" srcOrd="0" destOrd="0" presId="urn:microsoft.com/office/officeart/2005/8/layout/vProcess5"/>
    <dgm:cxn modelId="{69FF7D4A-8D1B-46D4-A19C-C2B73CD1B18F}" type="presOf" srcId="{0F602C30-26C3-4484-8AA6-74DA56BABDF2}" destId="{803FB7A3-1F4D-487C-916A-C6FB70634781}" srcOrd="0" destOrd="0" presId="urn:microsoft.com/office/officeart/2005/8/layout/vProcess5"/>
    <dgm:cxn modelId="{63CE2357-E2BD-440D-AB06-FD7C08B6C6FF}" type="presOf" srcId="{C566CBEF-08D4-4FA3-9489-B0E20C6B0ABB}" destId="{2F7FB2DD-225B-4D96-80F2-CD7CD70CB405}" srcOrd="0" destOrd="0" presId="urn:microsoft.com/office/officeart/2005/8/layout/vProcess5"/>
    <dgm:cxn modelId="{A3F1407A-63D6-4B58-B5A1-998620BFF879}" type="presOf" srcId="{54C3BA60-9CDA-4699-B04B-40CDB7471977}" destId="{FCDA4B75-3672-4298-AEFC-E4F055662A76}" srcOrd="1" destOrd="0" presId="urn:microsoft.com/office/officeart/2005/8/layout/vProcess5"/>
    <dgm:cxn modelId="{5DB6985A-B5F6-4D13-AE28-6A0C082DD014}" type="presOf" srcId="{857A3B3E-E855-4EFB-959F-DEE79B86896E}" destId="{FE305216-C9F4-4885-9EE2-83F13C65AE5D}" srcOrd="1" destOrd="0" presId="urn:microsoft.com/office/officeart/2005/8/layout/vProcess5"/>
    <dgm:cxn modelId="{678AA596-3968-479C-8190-5A0267099A33}" type="presOf" srcId="{61AAF23D-4669-4EE3-9F03-BC8738CB3045}" destId="{E5113190-F716-4B0E-B4B1-0B59D04D5E75}" srcOrd="0" destOrd="0" presId="urn:microsoft.com/office/officeart/2005/8/layout/vProcess5"/>
    <dgm:cxn modelId="{97A7BA99-F00B-4841-8F47-66892347AA0D}" type="presOf" srcId="{0F59D6DB-9277-4F97-B7CF-FAE9C2A91638}" destId="{47363D97-04D9-4E71-A857-28369092F6CA}" srcOrd="1" destOrd="0" presId="urn:microsoft.com/office/officeart/2005/8/layout/vProcess5"/>
    <dgm:cxn modelId="{4172C2B1-0A2A-418C-B1F5-8F7A86FCD54F}" type="presOf" srcId="{79B3CDDA-5154-43C4-B050-BB93BE8E29AC}" destId="{BFCE09EF-4D4E-48E0-A90E-50FAD6ABFE0E}" srcOrd="1" destOrd="0" presId="urn:microsoft.com/office/officeart/2005/8/layout/vProcess5"/>
    <dgm:cxn modelId="{8BAC75D3-5C5F-41FF-9340-69B4B718FAED}" type="presOf" srcId="{9DCDA766-D7BD-4020-8B6D-62D8C9B6D68C}" destId="{683A9CEC-1D19-4626-9394-BF9010B78941}" srcOrd="0" destOrd="0" presId="urn:microsoft.com/office/officeart/2005/8/layout/vProcess5"/>
    <dgm:cxn modelId="{2F0179E6-06E7-44D1-B80C-0161720A021B}" srcId="{0F602C30-26C3-4484-8AA6-74DA56BABDF2}" destId="{857A3B3E-E855-4EFB-959F-DEE79B86896E}" srcOrd="4" destOrd="0" parTransId="{816C1CF5-CA78-457B-90D0-2DE716F2E9A7}" sibTransId="{A52887C6-12C9-4780-A609-44A1E5114BDB}"/>
    <dgm:cxn modelId="{B4C0BDE7-1AE2-4B69-BA6A-0E671B005AE0}" type="presOf" srcId="{79B3CDDA-5154-43C4-B050-BB93BE8E29AC}" destId="{F00EA39A-C087-4F87-AAB7-428D53B5BA4C}" srcOrd="0" destOrd="0" presId="urn:microsoft.com/office/officeart/2005/8/layout/vProcess5"/>
    <dgm:cxn modelId="{9CA497E9-4831-4C09-92BD-0BF43842E675}" srcId="{0F602C30-26C3-4484-8AA6-74DA56BABDF2}" destId="{0F59D6DB-9277-4F97-B7CF-FAE9C2A91638}" srcOrd="2" destOrd="0" parTransId="{02BA0F7F-7742-4AB5-9E42-6D67F065407B}" sibTransId="{61AAF23D-4669-4EE3-9F03-BC8738CB3045}"/>
    <dgm:cxn modelId="{BD9C5DFA-62BE-4FBB-BC51-CD255A9E5F0F}" type="presOf" srcId="{857A3B3E-E855-4EFB-959F-DEE79B86896E}" destId="{8CECCCAB-C884-41EC-B838-CEDE4052FDE1}" srcOrd="0" destOrd="0" presId="urn:microsoft.com/office/officeart/2005/8/layout/vProcess5"/>
    <dgm:cxn modelId="{7952F5FC-3462-4DFD-9FA0-364439F96968}" type="presOf" srcId="{54C3BA60-9CDA-4699-B04B-40CDB7471977}" destId="{BCB0A272-63ED-43B5-8CBA-2F9D801525C2}" srcOrd="0" destOrd="0" presId="urn:microsoft.com/office/officeart/2005/8/layout/vProcess5"/>
    <dgm:cxn modelId="{E4C12E43-2541-4DD0-97CD-733A5B805722}" type="presParOf" srcId="{803FB7A3-1F4D-487C-916A-C6FB70634781}" destId="{E1B3EBF0-928B-4C78-9D8B-7ABE203E98C6}" srcOrd="0" destOrd="0" presId="urn:microsoft.com/office/officeart/2005/8/layout/vProcess5"/>
    <dgm:cxn modelId="{1498EDF2-D9C7-4EF5-A83D-CEB720028672}" type="presParOf" srcId="{803FB7A3-1F4D-487C-916A-C6FB70634781}" destId="{F00EA39A-C087-4F87-AAB7-428D53B5BA4C}" srcOrd="1" destOrd="0" presId="urn:microsoft.com/office/officeart/2005/8/layout/vProcess5"/>
    <dgm:cxn modelId="{ACC51969-3D3A-4BBA-A2A3-CCEBA3FB0F31}" type="presParOf" srcId="{803FB7A3-1F4D-487C-916A-C6FB70634781}" destId="{2F7FB2DD-225B-4D96-80F2-CD7CD70CB405}" srcOrd="2" destOrd="0" presId="urn:microsoft.com/office/officeart/2005/8/layout/vProcess5"/>
    <dgm:cxn modelId="{D9B39527-3ACC-4783-A1CB-7F9C3DFD4C65}" type="presParOf" srcId="{803FB7A3-1F4D-487C-916A-C6FB70634781}" destId="{0F8AAC3C-401A-4744-A5DC-300A9C45709C}" srcOrd="3" destOrd="0" presId="urn:microsoft.com/office/officeart/2005/8/layout/vProcess5"/>
    <dgm:cxn modelId="{A7CF4615-3D42-474D-B7DF-D6BAE2E11BA7}" type="presParOf" srcId="{803FB7A3-1F4D-487C-916A-C6FB70634781}" destId="{BCB0A272-63ED-43B5-8CBA-2F9D801525C2}" srcOrd="4" destOrd="0" presId="urn:microsoft.com/office/officeart/2005/8/layout/vProcess5"/>
    <dgm:cxn modelId="{CB784E5E-0FDC-4CEC-AB9E-91026B53B470}" type="presParOf" srcId="{803FB7A3-1F4D-487C-916A-C6FB70634781}" destId="{8CECCCAB-C884-41EC-B838-CEDE4052FDE1}" srcOrd="5" destOrd="0" presId="urn:microsoft.com/office/officeart/2005/8/layout/vProcess5"/>
    <dgm:cxn modelId="{28EBDF1D-86F0-43E1-BECD-638E64C3B59B}" type="presParOf" srcId="{803FB7A3-1F4D-487C-916A-C6FB70634781}" destId="{683A9CEC-1D19-4626-9394-BF9010B78941}" srcOrd="6" destOrd="0" presId="urn:microsoft.com/office/officeart/2005/8/layout/vProcess5"/>
    <dgm:cxn modelId="{7DB152A1-CEE5-4CE8-865C-A50AF3ED5C8D}" type="presParOf" srcId="{803FB7A3-1F4D-487C-916A-C6FB70634781}" destId="{B14DA5D2-4079-4234-A2C2-B75C80AB564D}" srcOrd="7" destOrd="0" presId="urn:microsoft.com/office/officeart/2005/8/layout/vProcess5"/>
    <dgm:cxn modelId="{B976CEA0-85DA-4AE7-A27A-7C2CD68D9266}" type="presParOf" srcId="{803FB7A3-1F4D-487C-916A-C6FB70634781}" destId="{E5113190-F716-4B0E-B4B1-0B59D04D5E75}" srcOrd="8" destOrd="0" presId="urn:microsoft.com/office/officeart/2005/8/layout/vProcess5"/>
    <dgm:cxn modelId="{CBA2F223-54BA-448D-BAC7-0671737A11D5}" type="presParOf" srcId="{803FB7A3-1F4D-487C-916A-C6FB70634781}" destId="{5C531201-5C8F-4DC3-976A-CA44F7DF8A98}" srcOrd="9" destOrd="0" presId="urn:microsoft.com/office/officeart/2005/8/layout/vProcess5"/>
    <dgm:cxn modelId="{3B925BD4-4596-49DF-BE3F-FB06176C47E3}" type="presParOf" srcId="{803FB7A3-1F4D-487C-916A-C6FB70634781}" destId="{BFCE09EF-4D4E-48E0-A90E-50FAD6ABFE0E}" srcOrd="10" destOrd="0" presId="urn:microsoft.com/office/officeart/2005/8/layout/vProcess5"/>
    <dgm:cxn modelId="{72A5B30A-5AE3-424A-96F4-08EFD9FB2A5B}" type="presParOf" srcId="{803FB7A3-1F4D-487C-916A-C6FB70634781}" destId="{1DC15750-46BB-411C-98BD-5C047A505A8D}" srcOrd="11" destOrd="0" presId="urn:microsoft.com/office/officeart/2005/8/layout/vProcess5"/>
    <dgm:cxn modelId="{9446A6A4-0217-4208-8F3C-2600A1364F74}" type="presParOf" srcId="{803FB7A3-1F4D-487C-916A-C6FB70634781}" destId="{47363D97-04D9-4E71-A857-28369092F6CA}" srcOrd="12" destOrd="0" presId="urn:microsoft.com/office/officeart/2005/8/layout/vProcess5"/>
    <dgm:cxn modelId="{2B083773-F208-41BE-97B5-A7610B7E9674}" type="presParOf" srcId="{803FB7A3-1F4D-487C-916A-C6FB70634781}" destId="{FCDA4B75-3672-4298-AEFC-E4F055662A76}" srcOrd="13" destOrd="0" presId="urn:microsoft.com/office/officeart/2005/8/layout/vProcess5"/>
    <dgm:cxn modelId="{4F368F45-0082-465C-80D7-147B68BBA44E}" type="presParOf" srcId="{803FB7A3-1F4D-487C-916A-C6FB70634781}" destId="{FE305216-C9F4-4885-9EE2-83F13C65AE5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F602C30-26C3-4484-8AA6-74DA56BABDF2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9B3CDDA-5154-43C4-B050-BB93BE8E29AC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de-DE" sz="2400" b="1" dirty="0"/>
            <a:t>Background &amp; Strategic Significance</a:t>
          </a:r>
          <a:endParaRPr lang="de-DE" sz="2400" dirty="0"/>
        </a:p>
      </dgm:t>
    </dgm:pt>
    <dgm:pt modelId="{45188696-FF74-4B24-9297-0AC98206C11F}" type="parTrans" cxnId="{2CF46F3A-DF75-46C6-BF56-A18DAE523362}">
      <dgm:prSet/>
      <dgm:spPr/>
      <dgm:t>
        <a:bodyPr/>
        <a:lstStyle/>
        <a:p>
          <a:endParaRPr lang="de-DE"/>
        </a:p>
      </dgm:t>
    </dgm:pt>
    <dgm:pt modelId="{9DCDA766-D7BD-4020-8B6D-62D8C9B6D68C}" type="sibTrans" cxnId="{2CF46F3A-DF75-46C6-BF56-A18DAE523362}">
      <dgm:prSet/>
      <dgm:spPr/>
      <dgm:t>
        <a:bodyPr/>
        <a:lstStyle/>
        <a:p>
          <a:endParaRPr lang="de-DE"/>
        </a:p>
      </dgm:t>
    </dgm:pt>
    <dgm:pt modelId="{C566CBEF-08D4-4FA3-9489-B0E20C6B0ABB}">
      <dgm:prSet/>
      <dgm:spPr/>
      <dgm:t>
        <a:bodyPr/>
        <a:lstStyle/>
        <a:p>
          <a:r>
            <a:rPr lang="de-DE" b="1"/>
            <a:t>Literature &amp; Theoretical Framework</a:t>
          </a:r>
          <a:endParaRPr lang="zh-CN" altLang="de-DE" dirty="0"/>
        </a:p>
      </dgm:t>
    </dgm:pt>
    <dgm:pt modelId="{EC8F23DA-942E-45A0-8089-7AE09D0B8397}" type="parTrans" cxnId="{EFF4522A-D535-49E9-BEBB-2647462B595F}">
      <dgm:prSet/>
      <dgm:spPr/>
      <dgm:t>
        <a:bodyPr/>
        <a:lstStyle/>
        <a:p>
          <a:endParaRPr lang="de-DE"/>
        </a:p>
      </dgm:t>
    </dgm:pt>
    <dgm:pt modelId="{583C4082-C6D9-4B9E-92BD-61BD4C30915C}" type="sibTrans" cxnId="{EFF4522A-D535-49E9-BEBB-2647462B595F}">
      <dgm:prSet/>
      <dgm:spPr/>
      <dgm:t>
        <a:bodyPr/>
        <a:lstStyle/>
        <a:p>
          <a:endParaRPr lang="de-DE"/>
        </a:p>
      </dgm:t>
    </dgm:pt>
    <dgm:pt modelId="{0F59D6DB-9277-4F97-B7CF-FAE9C2A91638}">
      <dgm:prSet/>
      <dgm:spPr/>
      <dgm:t>
        <a:bodyPr/>
        <a:lstStyle/>
        <a:p>
          <a:r>
            <a:rPr lang="de-DE" b="1" dirty="0">
              <a:solidFill>
                <a:schemeClr val="accent4"/>
              </a:solidFill>
            </a:rPr>
            <a:t>Pipeline &amp; Overall Architecture</a:t>
          </a:r>
          <a:endParaRPr lang="zh-CN" altLang="de-DE" dirty="0">
            <a:solidFill>
              <a:schemeClr val="accent4"/>
            </a:solidFill>
          </a:endParaRPr>
        </a:p>
      </dgm:t>
    </dgm:pt>
    <dgm:pt modelId="{02BA0F7F-7742-4AB5-9E42-6D67F065407B}" type="parTrans" cxnId="{9CA497E9-4831-4C09-92BD-0BF43842E675}">
      <dgm:prSet/>
      <dgm:spPr/>
      <dgm:t>
        <a:bodyPr/>
        <a:lstStyle/>
        <a:p>
          <a:endParaRPr lang="de-DE"/>
        </a:p>
      </dgm:t>
    </dgm:pt>
    <dgm:pt modelId="{61AAF23D-4669-4EE3-9F03-BC8738CB3045}" type="sibTrans" cxnId="{9CA497E9-4831-4C09-92BD-0BF43842E675}">
      <dgm:prSet/>
      <dgm:spPr/>
      <dgm:t>
        <a:bodyPr/>
        <a:lstStyle/>
        <a:p>
          <a:endParaRPr lang="de-DE"/>
        </a:p>
      </dgm:t>
    </dgm:pt>
    <dgm:pt modelId="{54C3BA60-9CDA-4699-B04B-40CDB7471977}">
      <dgm:prSet/>
      <dgm:spPr/>
      <dgm:t>
        <a:bodyPr/>
        <a:lstStyle/>
        <a:p>
          <a:r>
            <a:rPr lang="de-DE" b="1" dirty="0"/>
            <a:t>Current Progress &amp; Data Results</a:t>
          </a:r>
        </a:p>
      </dgm:t>
    </dgm:pt>
    <dgm:pt modelId="{2707B3FE-2102-4F94-A342-9379E5579335}" type="parTrans" cxnId="{4A485133-6046-4187-AA76-DEB76B2877DE}">
      <dgm:prSet/>
      <dgm:spPr/>
      <dgm:t>
        <a:bodyPr/>
        <a:lstStyle/>
        <a:p>
          <a:endParaRPr lang="de-DE"/>
        </a:p>
      </dgm:t>
    </dgm:pt>
    <dgm:pt modelId="{BF412A69-D7CC-45C4-9441-B07BDF9FFF91}" type="sibTrans" cxnId="{4A485133-6046-4187-AA76-DEB76B2877DE}">
      <dgm:prSet/>
      <dgm:spPr/>
      <dgm:t>
        <a:bodyPr/>
        <a:lstStyle/>
        <a:p>
          <a:endParaRPr lang="de-DE"/>
        </a:p>
      </dgm:t>
    </dgm:pt>
    <dgm:pt modelId="{857A3B3E-E855-4EFB-959F-DEE79B86896E}">
      <dgm:prSet/>
      <dgm:spPr/>
      <dgm:t>
        <a:bodyPr/>
        <a:lstStyle/>
        <a:p>
          <a:r>
            <a:rPr lang="en-US" altLang="zh-CN" b="1" dirty="0"/>
            <a:t>Follow-up work and expected results</a:t>
          </a:r>
          <a:endParaRPr lang="zh-CN" altLang="de-DE" b="1" dirty="0"/>
        </a:p>
      </dgm:t>
    </dgm:pt>
    <dgm:pt modelId="{816C1CF5-CA78-457B-90D0-2DE716F2E9A7}" type="parTrans" cxnId="{2F0179E6-06E7-44D1-B80C-0161720A021B}">
      <dgm:prSet/>
      <dgm:spPr/>
      <dgm:t>
        <a:bodyPr/>
        <a:lstStyle/>
        <a:p>
          <a:endParaRPr lang="de-DE"/>
        </a:p>
      </dgm:t>
    </dgm:pt>
    <dgm:pt modelId="{A52887C6-12C9-4780-A609-44A1E5114BDB}" type="sibTrans" cxnId="{2F0179E6-06E7-44D1-B80C-0161720A021B}">
      <dgm:prSet/>
      <dgm:spPr/>
      <dgm:t>
        <a:bodyPr/>
        <a:lstStyle/>
        <a:p>
          <a:endParaRPr lang="de-DE"/>
        </a:p>
      </dgm:t>
    </dgm:pt>
    <dgm:pt modelId="{803FB7A3-1F4D-487C-916A-C6FB70634781}" type="pres">
      <dgm:prSet presAssocID="{0F602C30-26C3-4484-8AA6-74DA56BABDF2}" presName="outerComposite" presStyleCnt="0">
        <dgm:presLayoutVars>
          <dgm:chMax val="5"/>
          <dgm:dir/>
          <dgm:resizeHandles val="exact"/>
        </dgm:presLayoutVars>
      </dgm:prSet>
      <dgm:spPr/>
    </dgm:pt>
    <dgm:pt modelId="{E1B3EBF0-928B-4C78-9D8B-7ABE203E98C6}" type="pres">
      <dgm:prSet presAssocID="{0F602C30-26C3-4484-8AA6-74DA56BABDF2}" presName="dummyMaxCanvas" presStyleCnt="0">
        <dgm:presLayoutVars/>
      </dgm:prSet>
      <dgm:spPr/>
    </dgm:pt>
    <dgm:pt modelId="{F00EA39A-C087-4F87-AAB7-428D53B5BA4C}" type="pres">
      <dgm:prSet presAssocID="{0F602C30-26C3-4484-8AA6-74DA56BABDF2}" presName="FiveNodes_1" presStyleLbl="node1" presStyleIdx="0" presStyleCnt="5">
        <dgm:presLayoutVars>
          <dgm:bulletEnabled val="1"/>
        </dgm:presLayoutVars>
      </dgm:prSet>
      <dgm:spPr/>
    </dgm:pt>
    <dgm:pt modelId="{2F7FB2DD-225B-4D96-80F2-CD7CD70CB405}" type="pres">
      <dgm:prSet presAssocID="{0F602C30-26C3-4484-8AA6-74DA56BABDF2}" presName="FiveNodes_2" presStyleLbl="node1" presStyleIdx="1" presStyleCnt="5">
        <dgm:presLayoutVars>
          <dgm:bulletEnabled val="1"/>
        </dgm:presLayoutVars>
      </dgm:prSet>
      <dgm:spPr/>
    </dgm:pt>
    <dgm:pt modelId="{0F8AAC3C-401A-4744-A5DC-300A9C45709C}" type="pres">
      <dgm:prSet presAssocID="{0F602C30-26C3-4484-8AA6-74DA56BABDF2}" presName="FiveNodes_3" presStyleLbl="node1" presStyleIdx="2" presStyleCnt="5">
        <dgm:presLayoutVars>
          <dgm:bulletEnabled val="1"/>
        </dgm:presLayoutVars>
      </dgm:prSet>
      <dgm:spPr/>
    </dgm:pt>
    <dgm:pt modelId="{BCB0A272-63ED-43B5-8CBA-2F9D801525C2}" type="pres">
      <dgm:prSet presAssocID="{0F602C30-26C3-4484-8AA6-74DA56BABDF2}" presName="FiveNodes_4" presStyleLbl="node1" presStyleIdx="3" presStyleCnt="5">
        <dgm:presLayoutVars>
          <dgm:bulletEnabled val="1"/>
        </dgm:presLayoutVars>
      </dgm:prSet>
      <dgm:spPr/>
    </dgm:pt>
    <dgm:pt modelId="{8CECCCAB-C884-41EC-B838-CEDE4052FDE1}" type="pres">
      <dgm:prSet presAssocID="{0F602C30-26C3-4484-8AA6-74DA56BABDF2}" presName="FiveNodes_5" presStyleLbl="node1" presStyleIdx="4" presStyleCnt="5">
        <dgm:presLayoutVars>
          <dgm:bulletEnabled val="1"/>
        </dgm:presLayoutVars>
      </dgm:prSet>
      <dgm:spPr/>
    </dgm:pt>
    <dgm:pt modelId="{683A9CEC-1D19-4626-9394-BF9010B78941}" type="pres">
      <dgm:prSet presAssocID="{0F602C30-26C3-4484-8AA6-74DA56BABDF2}" presName="FiveConn_1-2" presStyleLbl="fgAccFollowNode1" presStyleIdx="0" presStyleCnt="4">
        <dgm:presLayoutVars>
          <dgm:bulletEnabled val="1"/>
        </dgm:presLayoutVars>
      </dgm:prSet>
      <dgm:spPr/>
    </dgm:pt>
    <dgm:pt modelId="{B14DA5D2-4079-4234-A2C2-B75C80AB564D}" type="pres">
      <dgm:prSet presAssocID="{0F602C30-26C3-4484-8AA6-74DA56BABDF2}" presName="FiveConn_2-3" presStyleLbl="fgAccFollowNode1" presStyleIdx="1" presStyleCnt="4">
        <dgm:presLayoutVars>
          <dgm:bulletEnabled val="1"/>
        </dgm:presLayoutVars>
      </dgm:prSet>
      <dgm:spPr/>
    </dgm:pt>
    <dgm:pt modelId="{E5113190-F716-4B0E-B4B1-0B59D04D5E75}" type="pres">
      <dgm:prSet presAssocID="{0F602C30-26C3-4484-8AA6-74DA56BABDF2}" presName="FiveConn_3-4" presStyleLbl="fgAccFollowNode1" presStyleIdx="2" presStyleCnt="4">
        <dgm:presLayoutVars>
          <dgm:bulletEnabled val="1"/>
        </dgm:presLayoutVars>
      </dgm:prSet>
      <dgm:spPr/>
    </dgm:pt>
    <dgm:pt modelId="{5C531201-5C8F-4DC3-976A-CA44F7DF8A98}" type="pres">
      <dgm:prSet presAssocID="{0F602C30-26C3-4484-8AA6-74DA56BABDF2}" presName="FiveConn_4-5" presStyleLbl="fgAccFollowNode1" presStyleIdx="3" presStyleCnt="4">
        <dgm:presLayoutVars>
          <dgm:bulletEnabled val="1"/>
        </dgm:presLayoutVars>
      </dgm:prSet>
      <dgm:spPr/>
    </dgm:pt>
    <dgm:pt modelId="{BFCE09EF-4D4E-48E0-A90E-50FAD6ABFE0E}" type="pres">
      <dgm:prSet presAssocID="{0F602C30-26C3-4484-8AA6-74DA56BABDF2}" presName="FiveNodes_1_text" presStyleLbl="node1" presStyleIdx="4" presStyleCnt="5">
        <dgm:presLayoutVars>
          <dgm:bulletEnabled val="1"/>
        </dgm:presLayoutVars>
      </dgm:prSet>
      <dgm:spPr/>
    </dgm:pt>
    <dgm:pt modelId="{1DC15750-46BB-411C-98BD-5C047A505A8D}" type="pres">
      <dgm:prSet presAssocID="{0F602C30-26C3-4484-8AA6-74DA56BABDF2}" presName="FiveNodes_2_text" presStyleLbl="node1" presStyleIdx="4" presStyleCnt="5">
        <dgm:presLayoutVars>
          <dgm:bulletEnabled val="1"/>
        </dgm:presLayoutVars>
      </dgm:prSet>
      <dgm:spPr/>
    </dgm:pt>
    <dgm:pt modelId="{47363D97-04D9-4E71-A857-28369092F6CA}" type="pres">
      <dgm:prSet presAssocID="{0F602C30-26C3-4484-8AA6-74DA56BABDF2}" presName="FiveNodes_3_text" presStyleLbl="node1" presStyleIdx="4" presStyleCnt="5">
        <dgm:presLayoutVars>
          <dgm:bulletEnabled val="1"/>
        </dgm:presLayoutVars>
      </dgm:prSet>
      <dgm:spPr/>
    </dgm:pt>
    <dgm:pt modelId="{FCDA4B75-3672-4298-AEFC-E4F055662A76}" type="pres">
      <dgm:prSet presAssocID="{0F602C30-26C3-4484-8AA6-74DA56BABDF2}" presName="FiveNodes_4_text" presStyleLbl="node1" presStyleIdx="4" presStyleCnt="5">
        <dgm:presLayoutVars>
          <dgm:bulletEnabled val="1"/>
        </dgm:presLayoutVars>
      </dgm:prSet>
      <dgm:spPr/>
    </dgm:pt>
    <dgm:pt modelId="{FE305216-C9F4-4885-9EE2-83F13C65AE5D}" type="pres">
      <dgm:prSet presAssocID="{0F602C30-26C3-4484-8AA6-74DA56BABDF2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B322FC11-E2A8-46EA-BF0C-8BFBBD1AB0D3}" type="presOf" srcId="{0F59D6DB-9277-4F97-B7CF-FAE9C2A91638}" destId="{0F8AAC3C-401A-4744-A5DC-300A9C45709C}" srcOrd="0" destOrd="0" presId="urn:microsoft.com/office/officeart/2005/8/layout/vProcess5"/>
    <dgm:cxn modelId="{0FA6CA1B-B1F7-4C27-B079-5987760B635F}" type="presOf" srcId="{C566CBEF-08D4-4FA3-9489-B0E20C6B0ABB}" destId="{1DC15750-46BB-411C-98BD-5C047A505A8D}" srcOrd="1" destOrd="0" presId="urn:microsoft.com/office/officeart/2005/8/layout/vProcess5"/>
    <dgm:cxn modelId="{EFF4522A-D535-49E9-BEBB-2647462B595F}" srcId="{0F602C30-26C3-4484-8AA6-74DA56BABDF2}" destId="{C566CBEF-08D4-4FA3-9489-B0E20C6B0ABB}" srcOrd="1" destOrd="0" parTransId="{EC8F23DA-942E-45A0-8089-7AE09D0B8397}" sibTransId="{583C4082-C6D9-4B9E-92BD-61BD4C30915C}"/>
    <dgm:cxn modelId="{4A485133-6046-4187-AA76-DEB76B2877DE}" srcId="{0F602C30-26C3-4484-8AA6-74DA56BABDF2}" destId="{54C3BA60-9CDA-4699-B04B-40CDB7471977}" srcOrd="3" destOrd="0" parTransId="{2707B3FE-2102-4F94-A342-9379E5579335}" sibTransId="{BF412A69-D7CC-45C4-9441-B07BDF9FFF91}"/>
    <dgm:cxn modelId="{2CF46F3A-DF75-46C6-BF56-A18DAE523362}" srcId="{0F602C30-26C3-4484-8AA6-74DA56BABDF2}" destId="{79B3CDDA-5154-43C4-B050-BB93BE8E29AC}" srcOrd="0" destOrd="0" parTransId="{45188696-FF74-4B24-9297-0AC98206C11F}" sibTransId="{9DCDA766-D7BD-4020-8B6D-62D8C9B6D68C}"/>
    <dgm:cxn modelId="{2B922660-3BD3-4D0C-98DF-D2D68371DE2D}" type="presOf" srcId="{BF412A69-D7CC-45C4-9441-B07BDF9FFF91}" destId="{5C531201-5C8F-4DC3-976A-CA44F7DF8A98}" srcOrd="0" destOrd="0" presId="urn:microsoft.com/office/officeart/2005/8/layout/vProcess5"/>
    <dgm:cxn modelId="{3A554464-3F68-4529-AC16-503F14153944}" type="presOf" srcId="{583C4082-C6D9-4B9E-92BD-61BD4C30915C}" destId="{B14DA5D2-4079-4234-A2C2-B75C80AB564D}" srcOrd="0" destOrd="0" presId="urn:microsoft.com/office/officeart/2005/8/layout/vProcess5"/>
    <dgm:cxn modelId="{69FF7D4A-8D1B-46D4-A19C-C2B73CD1B18F}" type="presOf" srcId="{0F602C30-26C3-4484-8AA6-74DA56BABDF2}" destId="{803FB7A3-1F4D-487C-916A-C6FB70634781}" srcOrd="0" destOrd="0" presId="urn:microsoft.com/office/officeart/2005/8/layout/vProcess5"/>
    <dgm:cxn modelId="{63CE2357-E2BD-440D-AB06-FD7C08B6C6FF}" type="presOf" srcId="{C566CBEF-08D4-4FA3-9489-B0E20C6B0ABB}" destId="{2F7FB2DD-225B-4D96-80F2-CD7CD70CB405}" srcOrd="0" destOrd="0" presId="urn:microsoft.com/office/officeart/2005/8/layout/vProcess5"/>
    <dgm:cxn modelId="{A3F1407A-63D6-4B58-B5A1-998620BFF879}" type="presOf" srcId="{54C3BA60-9CDA-4699-B04B-40CDB7471977}" destId="{FCDA4B75-3672-4298-AEFC-E4F055662A76}" srcOrd="1" destOrd="0" presId="urn:microsoft.com/office/officeart/2005/8/layout/vProcess5"/>
    <dgm:cxn modelId="{5DB6985A-B5F6-4D13-AE28-6A0C082DD014}" type="presOf" srcId="{857A3B3E-E855-4EFB-959F-DEE79B86896E}" destId="{FE305216-C9F4-4885-9EE2-83F13C65AE5D}" srcOrd="1" destOrd="0" presId="urn:microsoft.com/office/officeart/2005/8/layout/vProcess5"/>
    <dgm:cxn modelId="{678AA596-3968-479C-8190-5A0267099A33}" type="presOf" srcId="{61AAF23D-4669-4EE3-9F03-BC8738CB3045}" destId="{E5113190-F716-4B0E-B4B1-0B59D04D5E75}" srcOrd="0" destOrd="0" presId="urn:microsoft.com/office/officeart/2005/8/layout/vProcess5"/>
    <dgm:cxn modelId="{97A7BA99-F00B-4841-8F47-66892347AA0D}" type="presOf" srcId="{0F59D6DB-9277-4F97-B7CF-FAE9C2A91638}" destId="{47363D97-04D9-4E71-A857-28369092F6CA}" srcOrd="1" destOrd="0" presId="urn:microsoft.com/office/officeart/2005/8/layout/vProcess5"/>
    <dgm:cxn modelId="{4172C2B1-0A2A-418C-B1F5-8F7A86FCD54F}" type="presOf" srcId="{79B3CDDA-5154-43C4-B050-BB93BE8E29AC}" destId="{BFCE09EF-4D4E-48E0-A90E-50FAD6ABFE0E}" srcOrd="1" destOrd="0" presId="urn:microsoft.com/office/officeart/2005/8/layout/vProcess5"/>
    <dgm:cxn modelId="{8BAC75D3-5C5F-41FF-9340-69B4B718FAED}" type="presOf" srcId="{9DCDA766-D7BD-4020-8B6D-62D8C9B6D68C}" destId="{683A9CEC-1D19-4626-9394-BF9010B78941}" srcOrd="0" destOrd="0" presId="urn:microsoft.com/office/officeart/2005/8/layout/vProcess5"/>
    <dgm:cxn modelId="{2F0179E6-06E7-44D1-B80C-0161720A021B}" srcId="{0F602C30-26C3-4484-8AA6-74DA56BABDF2}" destId="{857A3B3E-E855-4EFB-959F-DEE79B86896E}" srcOrd="4" destOrd="0" parTransId="{816C1CF5-CA78-457B-90D0-2DE716F2E9A7}" sibTransId="{A52887C6-12C9-4780-A609-44A1E5114BDB}"/>
    <dgm:cxn modelId="{B4C0BDE7-1AE2-4B69-BA6A-0E671B005AE0}" type="presOf" srcId="{79B3CDDA-5154-43C4-B050-BB93BE8E29AC}" destId="{F00EA39A-C087-4F87-AAB7-428D53B5BA4C}" srcOrd="0" destOrd="0" presId="urn:microsoft.com/office/officeart/2005/8/layout/vProcess5"/>
    <dgm:cxn modelId="{9CA497E9-4831-4C09-92BD-0BF43842E675}" srcId="{0F602C30-26C3-4484-8AA6-74DA56BABDF2}" destId="{0F59D6DB-9277-4F97-B7CF-FAE9C2A91638}" srcOrd="2" destOrd="0" parTransId="{02BA0F7F-7742-4AB5-9E42-6D67F065407B}" sibTransId="{61AAF23D-4669-4EE3-9F03-BC8738CB3045}"/>
    <dgm:cxn modelId="{BD9C5DFA-62BE-4FBB-BC51-CD255A9E5F0F}" type="presOf" srcId="{857A3B3E-E855-4EFB-959F-DEE79B86896E}" destId="{8CECCCAB-C884-41EC-B838-CEDE4052FDE1}" srcOrd="0" destOrd="0" presId="urn:microsoft.com/office/officeart/2005/8/layout/vProcess5"/>
    <dgm:cxn modelId="{7952F5FC-3462-4DFD-9FA0-364439F96968}" type="presOf" srcId="{54C3BA60-9CDA-4699-B04B-40CDB7471977}" destId="{BCB0A272-63ED-43B5-8CBA-2F9D801525C2}" srcOrd="0" destOrd="0" presId="urn:microsoft.com/office/officeart/2005/8/layout/vProcess5"/>
    <dgm:cxn modelId="{E4C12E43-2541-4DD0-97CD-733A5B805722}" type="presParOf" srcId="{803FB7A3-1F4D-487C-916A-C6FB70634781}" destId="{E1B3EBF0-928B-4C78-9D8B-7ABE203E98C6}" srcOrd="0" destOrd="0" presId="urn:microsoft.com/office/officeart/2005/8/layout/vProcess5"/>
    <dgm:cxn modelId="{1498EDF2-D9C7-4EF5-A83D-CEB720028672}" type="presParOf" srcId="{803FB7A3-1F4D-487C-916A-C6FB70634781}" destId="{F00EA39A-C087-4F87-AAB7-428D53B5BA4C}" srcOrd="1" destOrd="0" presId="urn:microsoft.com/office/officeart/2005/8/layout/vProcess5"/>
    <dgm:cxn modelId="{ACC51969-3D3A-4BBA-A2A3-CCEBA3FB0F31}" type="presParOf" srcId="{803FB7A3-1F4D-487C-916A-C6FB70634781}" destId="{2F7FB2DD-225B-4D96-80F2-CD7CD70CB405}" srcOrd="2" destOrd="0" presId="urn:microsoft.com/office/officeart/2005/8/layout/vProcess5"/>
    <dgm:cxn modelId="{D9B39527-3ACC-4783-A1CB-7F9C3DFD4C65}" type="presParOf" srcId="{803FB7A3-1F4D-487C-916A-C6FB70634781}" destId="{0F8AAC3C-401A-4744-A5DC-300A9C45709C}" srcOrd="3" destOrd="0" presId="urn:microsoft.com/office/officeart/2005/8/layout/vProcess5"/>
    <dgm:cxn modelId="{A7CF4615-3D42-474D-B7DF-D6BAE2E11BA7}" type="presParOf" srcId="{803FB7A3-1F4D-487C-916A-C6FB70634781}" destId="{BCB0A272-63ED-43B5-8CBA-2F9D801525C2}" srcOrd="4" destOrd="0" presId="urn:microsoft.com/office/officeart/2005/8/layout/vProcess5"/>
    <dgm:cxn modelId="{CB784E5E-0FDC-4CEC-AB9E-91026B53B470}" type="presParOf" srcId="{803FB7A3-1F4D-487C-916A-C6FB70634781}" destId="{8CECCCAB-C884-41EC-B838-CEDE4052FDE1}" srcOrd="5" destOrd="0" presId="urn:microsoft.com/office/officeart/2005/8/layout/vProcess5"/>
    <dgm:cxn modelId="{28EBDF1D-86F0-43E1-BECD-638E64C3B59B}" type="presParOf" srcId="{803FB7A3-1F4D-487C-916A-C6FB70634781}" destId="{683A9CEC-1D19-4626-9394-BF9010B78941}" srcOrd="6" destOrd="0" presId="urn:microsoft.com/office/officeart/2005/8/layout/vProcess5"/>
    <dgm:cxn modelId="{7DB152A1-CEE5-4CE8-865C-A50AF3ED5C8D}" type="presParOf" srcId="{803FB7A3-1F4D-487C-916A-C6FB70634781}" destId="{B14DA5D2-4079-4234-A2C2-B75C80AB564D}" srcOrd="7" destOrd="0" presId="urn:microsoft.com/office/officeart/2005/8/layout/vProcess5"/>
    <dgm:cxn modelId="{B976CEA0-85DA-4AE7-A27A-7C2CD68D9266}" type="presParOf" srcId="{803FB7A3-1F4D-487C-916A-C6FB70634781}" destId="{E5113190-F716-4B0E-B4B1-0B59D04D5E75}" srcOrd="8" destOrd="0" presId="urn:microsoft.com/office/officeart/2005/8/layout/vProcess5"/>
    <dgm:cxn modelId="{CBA2F223-54BA-448D-BAC7-0671737A11D5}" type="presParOf" srcId="{803FB7A3-1F4D-487C-916A-C6FB70634781}" destId="{5C531201-5C8F-4DC3-976A-CA44F7DF8A98}" srcOrd="9" destOrd="0" presId="urn:microsoft.com/office/officeart/2005/8/layout/vProcess5"/>
    <dgm:cxn modelId="{3B925BD4-4596-49DF-BE3F-FB06176C47E3}" type="presParOf" srcId="{803FB7A3-1F4D-487C-916A-C6FB70634781}" destId="{BFCE09EF-4D4E-48E0-A90E-50FAD6ABFE0E}" srcOrd="10" destOrd="0" presId="urn:microsoft.com/office/officeart/2005/8/layout/vProcess5"/>
    <dgm:cxn modelId="{72A5B30A-5AE3-424A-96F4-08EFD9FB2A5B}" type="presParOf" srcId="{803FB7A3-1F4D-487C-916A-C6FB70634781}" destId="{1DC15750-46BB-411C-98BD-5C047A505A8D}" srcOrd="11" destOrd="0" presId="urn:microsoft.com/office/officeart/2005/8/layout/vProcess5"/>
    <dgm:cxn modelId="{9446A6A4-0217-4208-8F3C-2600A1364F74}" type="presParOf" srcId="{803FB7A3-1F4D-487C-916A-C6FB70634781}" destId="{47363D97-04D9-4E71-A857-28369092F6CA}" srcOrd="12" destOrd="0" presId="urn:microsoft.com/office/officeart/2005/8/layout/vProcess5"/>
    <dgm:cxn modelId="{2B083773-F208-41BE-97B5-A7610B7E9674}" type="presParOf" srcId="{803FB7A3-1F4D-487C-916A-C6FB70634781}" destId="{FCDA4B75-3672-4298-AEFC-E4F055662A76}" srcOrd="13" destOrd="0" presId="urn:microsoft.com/office/officeart/2005/8/layout/vProcess5"/>
    <dgm:cxn modelId="{4F368F45-0082-465C-80D7-147B68BBA44E}" type="presParOf" srcId="{803FB7A3-1F4D-487C-916A-C6FB70634781}" destId="{FE305216-C9F4-4885-9EE2-83F13C65AE5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F602C30-26C3-4484-8AA6-74DA56BABDF2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9B3CDDA-5154-43C4-B050-BB93BE8E29AC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de-DE" sz="2400" b="1" dirty="0"/>
            <a:t>Background &amp; Strategic Significance</a:t>
          </a:r>
          <a:endParaRPr lang="de-DE" sz="2400" dirty="0"/>
        </a:p>
      </dgm:t>
    </dgm:pt>
    <dgm:pt modelId="{45188696-FF74-4B24-9297-0AC98206C11F}" type="parTrans" cxnId="{2CF46F3A-DF75-46C6-BF56-A18DAE523362}">
      <dgm:prSet/>
      <dgm:spPr/>
      <dgm:t>
        <a:bodyPr/>
        <a:lstStyle/>
        <a:p>
          <a:endParaRPr lang="de-DE"/>
        </a:p>
      </dgm:t>
    </dgm:pt>
    <dgm:pt modelId="{9DCDA766-D7BD-4020-8B6D-62D8C9B6D68C}" type="sibTrans" cxnId="{2CF46F3A-DF75-46C6-BF56-A18DAE523362}">
      <dgm:prSet/>
      <dgm:spPr/>
      <dgm:t>
        <a:bodyPr/>
        <a:lstStyle/>
        <a:p>
          <a:endParaRPr lang="de-DE"/>
        </a:p>
      </dgm:t>
    </dgm:pt>
    <dgm:pt modelId="{C566CBEF-08D4-4FA3-9489-B0E20C6B0ABB}">
      <dgm:prSet/>
      <dgm:spPr/>
      <dgm:t>
        <a:bodyPr/>
        <a:lstStyle/>
        <a:p>
          <a:r>
            <a:rPr lang="de-DE" b="1"/>
            <a:t>Literature &amp; Theoretical Framework</a:t>
          </a:r>
          <a:endParaRPr lang="zh-CN" altLang="de-DE" dirty="0"/>
        </a:p>
      </dgm:t>
    </dgm:pt>
    <dgm:pt modelId="{EC8F23DA-942E-45A0-8089-7AE09D0B8397}" type="parTrans" cxnId="{EFF4522A-D535-49E9-BEBB-2647462B595F}">
      <dgm:prSet/>
      <dgm:spPr/>
      <dgm:t>
        <a:bodyPr/>
        <a:lstStyle/>
        <a:p>
          <a:endParaRPr lang="de-DE"/>
        </a:p>
      </dgm:t>
    </dgm:pt>
    <dgm:pt modelId="{583C4082-C6D9-4B9E-92BD-61BD4C30915C}" type="sibTrans" cxnId="{EFF4522A-D535-49E9-BEBB-2647462B595F}">
      <dgm:prSet/>
      <dgm:spPr/>
      <dgm:t>
        <a:bodyPr/>
        <a:lstStyle/>
        <a:p>
          <a:endParaRPr lang="de-DE"/>
        </a:p>
      </dgm:t>
    </dgm:pt>
    <dgm:pt modelId="{0F59D6DB-9277-4F97-B7CF-FAE9C2A91638}">
      <dgm:prSet/>
      <dgm:spPr/>
      <dgm:t>
        <a:bodyPr/>
        <a:lstStyle/>
        <a:p>
          <a:r>
            <a:rPr lang="de-DE" b="1" dirty="0"/>
            <a:t>Pipeline &amp; Overall Architecture</a:t>
          </a:r>
          <a:endParaRPr lang="zh-CN" altLang="de-DE" dirty="0"/>
        </a:p>
      </dgm:t>
    </dgm:pt>
    <dgm:pt modelId="{02BA0F7F-7742-4AB5-9E42-6D67F065407B}" type="parTrans" cxnId="{9CA497E9-4831-4C09-92BD-0BF43842E675}">
      <dgm:prSet/>
      <dgm:spPr/>
      <dgm:t>
        <a:bodyPr/>
        <a:lstStyle/>
        <a:p>
          <a:endParaRPr lang="de-DE"/>
        </a:p>
      </dgm:t>
    </dgm:pt>
    <dgm:pt modelId="{61AAF23D-4669-4EE3-9F03-BC8738CB3045}" type="sibTrans" cxnId="{9CA497E9-4831-4C09-92BD-0BF43842E675}">
      <dgm:prSet/>
      <dgm:spPr/>
      <dgm:t>
        <a:bodyPr/>
        <a:lstStyle/>
        <a:p>
          <a:endParaRPr lang="de-DE"/>
        </a:p>
      </dgm:t>
    </dgm:pt>
    <dgm:pt modelId="{54C3BA60-9CDA-4699-B04B-40CDB7471977}">
      <dgm:prSet/>
      <dgm:spPr/>
      <dgm:t>
        <a:bodyPr/>
        <a:lstStyle/>
        <a:p>
          <a:r>
            <a:rPr lang="de-DE" b="1" dirty="0">
              <a:solidFill>
                <a:schemeClr val="accent4"/>
              </a:solidFill>
            </a:rPr>
            <a:t>Current Progress &amp; Data Results</a:t>
          </a:r>
        </a:p>
      </dgm:t>
    </dgm:pt>
    <dgm:pt modelId="{2707B3FE-2102-4F94-A342-9379E5579335}" type="parTrans" cxnId="{4A485133-6046-4187-AA76-DEB76B2877DE}">
      <dgm:prSet/>
      <dgm:spPr/>
      <dgm:t>
        <a:bodyPr/>
        <a:lstStyle/>
        <a:p>
          <a:endParaRPr lang="de-DE"/>
        </a:p>
      </dgm:t>
    </dgm:pt>
    <dgm:pt modelId="{BF412A69-D7CC-45C4-9441-B07BDF9FFF91}" type="sibTrans" cxnId="{4A485133-6046-4187-AA76-DEB76B2877DE}">
      <dgm:prSet/>
      <dgm:spPr/>
      <dgm:t>
        <a:bodyPr/>
        <a:lstStyle/>
        <a:p>
          <a:endParaRPr lang="de-DE"/>
        </a:p>
      </dgm:t>
    </dgm:pt>
    <dgm:pt modelId="{857A3B3E-E855-4EFB-959F-DEE79B86896E}">
      <dgm:prSet/>
      <dgm:spPr/>
      <dgm:t>
        <a:bodyPr/>
        <a:lstStyle/>
        <a:p>
          <a:r>
            <a:rPr lang="en-US" altLang="zh-CN" b="1" dirty="0"/>
            <a:t>Follow-up work and expected results</a:t>
          </a:r>
          <a:endParaRPr lang="zh-CN" altLang="de-DE" b="1" dirty="0"/>
        </a:p>
      </dgm:t>
    </dgm:pt>
    <dgm:pt modelId="{816C1CF5-CA78-457B-90D0-2DE716F2E9A7}" type="parTrans" cxnId="{2F0179E6-06E7-44D1-B80C-0161720A021B}">
      <dgm:prSet/>
      <dgm:spPr/>
      <dgm:t>
        <a:bodyPr/>
        <a:lstStyle/>
        <a:p>
          <a:endParaRPr lang="de-DE"/>
        </a:p>
      </dgm:t>
    </dgm:pt>
    <dgm:pt modelId="{A52887C6-12C9-4780-A609-44A1E5114BDB}" type="sibTrans" cxnId="{2F0179E6-06E7-44D1-B80C-0161720A021B}">
      <dgm:prSet/>
      <dgm:spPr/>
      <dgm:t>
        <a:bodyPr/>
        <a:lstStyle/>
        <a:p>
          <a:endParaRPr lang="de-DE"/>
        </a:p>
      </dgm:t>
    </dgm:pt>
    <dgm:pt modelId="{803FB7A3-1F4D-487C-916A-C6FB70634781}" type="pres">
      <dgm:prSet presAssocID="{0F602C30-26C3-4484-8AA6-74DA56BABDF2}" presName="outerComposite" presStyleCnt="0">
        <dgm:presLayoutVars>
          <dgm:chMax val="5"/>
          <dgm:dir/>
          <dgm:resizeHandles val="exact"/>
        </dgm:presLayoutVars>
      </dgm:prSet>
      <dgm:spPr/>
    </dgm:pt>
    <dgm:pt modelId="{E1B3EBF0-928B-4C78-9D8B-7ABE203E98C6}" type="pres">
      <dgm:prSet presAssocID="{0F602C30-26C3-4484-8AA6-74DA56BABDF2}" presName="dummyMaxCanvas" presStyleCnt="0">
        <dgm:presLayoutVars/>
      </dgm:prSet>
      <dgm:spPr/>
    </dgm:pt>
    <dgm:pt modelId="{F00EA39A-C087-4F87-AAB7-428D53B5BA4C}" type="pres">
      <dgm:prSet presAssocID="{0F602C30-26C3-4484-8AA6-74DA56BABDF2}" presName="FiveNodes_1" presStyleLbl="node1" presStyleIdx="0" presStyleCnt="5">
        <dgm:presLayoutVars>
          <dgm:bulletEnabled val="1"/>
        </dgm:presLayoutVars>
      </dgm:prSet>
      <dgm:spPr/>
    </dgm:pt>
    <dgm:pt modelId="{2F7FB2DD-225B-4D96-80F2-CD7CD70CB405}" type="pres">
      <dgm:prSet presAssocID="{0F602C30-26C3-4484-8AA6-74DA56BABDF2}" presName="FiveNodes_2" presStyleLbl="node1" presStyleIdx="1" presStyleCnt="5">
        <dgm:presLayoutVars>
          <dgm:bulletEnabled val="1"/>
        </dgm:presLayoutVars>
      </dgm:prSet>
      <dgm:spPr/>
    </dgm:pt>
    <dgm:pt modelId="{0F8AAC3C-401A-4744-A5DC-300A9C45709C}" type="pres">
      <dgm:prSet presAssocID="{0F602C30-26C3-4484-8AA6-74DA56BABDF2}" presName="FiveNodes_3" presStyleLbl="node1" presStyleIdx="2" presStyleCnt="5">
        <dgm:presLayoutVars>
          <dgm:bulletEnabled val="1"/>
        </dgm:presLayoutVars>
      </dgm:prSet>
      <dgm:spPr/>
    </dgm:pt>
    <dgm:pt modelId="{BCB0A272-63ED-43B5-8CBA-2F9D801525C2}" type="pres">
      <dgm:prSet presAssocID="{0F602C30-26C3-4484-8AA6-74DA56BABDF2}" presName="FiveNodes_4" presStyleLbl="node1" presStyleIdx="3" presStyleCnt="5">
        <dgm:presLayoutVars>
          <dgm:bulletEnabled val="1"/>
        </dgm:presLayoutVars>
      </dgm:prSet>
      <dgm:spPr/>
    </dgm:pt>
    <dgm:pt modelId="{8CECCCAB-C884-41EC-B838-CEDE4052FDE1}" type="pres">
      <dgm:prSet presAssocID="{0F602C30-26C3-4484-8AA6-74DA56BABDF2}" presName="FiveNodes_5" presStyleLbl="node1" presStyleIdx="4" presStyleCnt="5">
        <dgm:presLayoutVars>
          <dgm:bulletEnabled val="1"/>
        </dgm:presLayoutVars>
      </dgm:prSet>
      <dgm:spPr/>
    </dgm:pt>
    <dgm:pt modelId="{683A9CEC-1D19-4626-9394-BF9010B78941}" type="pres">
      <dgm:prSet presAssocID="{0F602C30-26C3-4484-8AA6-74DA56BABDF2}" presName="FiveConn_1-2" presStyleLbl="fgAccFollowNode1" presStyleIdx="0" presStyleCnt="4">
        <dgm:presLayoutVars>
          <dgm:bulletEnabled val="1"/>
        </dgm:presLayoutVars>
      </dgm:prSet>
      <dgm:spPr/>
    </dgm:pt>
    <dgm:pt modelId="{B14DA5D2-4079-4234-A2C2-B75C80AB564D}" type="pres">
      <dgm:prSet presAssocID="{0F602C30-26C3-4484-8AA6-74DA56BABDF2}" presName="FiveConn_2-3" presStyleLbl="fgAccFollowNode1" presStyleIdx="1" presStyleCnt="4">
        <dgm:presLayoutVars>
          <dgm:bulletEnabled val="1"/>
        </dgm:presLayoutVars>
      </dgm:prSet>
      <dgm:spPr/>
    </dgm:pt>
    <dgm:pt modelId="{E5113190-F716-4B0E-B4B1-0B59D04D5E75}" type="pres">
      <dgm:prSet presAssocID="{0F602C30-26C3-4484-8AA6-74DA56BABDF2}" presName="FiveConn_3-4" presStyleLbl="fgAccFollowNode1" presStyleIdx="2" presStyleCnt="4">
        <dgm:presLayoutVars>
          <dgm:bulletEnabled val="1"/>
        </dgm:presLayoutVars>
      </dgm:prSet>
      <dgm:spPr/>
    </dgm:pt>
    <dgm:pt modelId="{5C531201-5C8F-4DC3-976A-CA44F7DF8A98}" type="pres">
      <dgm:prSet presAssocID="{0F602C30-26C3-4484-8AA6-74DA56BABDF2}" presName="FiveConn_4-5" presStyleLbl="fgAccFollowNode1" presStyleIdx="3" presStyleCnt="4">
        <dgm:presLayoutVars>
          <dgm:bulletEnabled val="1"/>
        </dgm:presLayoutVars>
      </dgm:prSet>
      <dgm:spPr/>
    </dgm:pt>
    <dgm:pt modelId="{BFCE09EF-4D4E-48E0-A90E-50FAD6ABFE0E}" type="pres">
      <dgm:prSet presAssocID="{0F602C30-26C3-4484-8AA6-74DA56BABDF2}" presName="FiveNodes_1_text" presStyleLbl="node1" presStyleIdx="4" presStyleCnt="5">
        <dgm:presLayoutVars>
          <dgm:bulletEnabled val="1"/>
        </dgm:presLayoutVars>
      </dgm:prSet>
      <dgm:spPr/>
    </dgm:pt>
    <dgm:pt modelId="{1DC15750-46BB-411C-98BD-5C047A505A8D}" type="pres">
      <dgm:prSet presAssocID="{0F602C30-26C3-4484-8AA6-74DA56BABDF2}" presName="FiveNodes_2_text" presStyleLbl="node1" presStyleIdx="4" presStyleCnt="5">
        <dgm:presLayoutVars>
          <dgm:bulletEnabled val="1"/>
        </dgm:presLayoutVars>
      </dgm:prSet>
      <dgm:spPr/>
    </dgm:pt>
    <dgm:pt modelId="{47363D97-04D9-4E71-A857-28369092F6CA}" type="pres">
      <dgm:prSet presAssocID="{0F602C30-26C3-4484-8AA6-74DA56BABDF2}" presName="FiveNodes_3_text" presStyleLbl="node1" presStyleIdx="4" presStyleCnt="5">
        <dgm:presLayoutVars>
          <dgm:bulletEnabled val="1"/>
        </dgm:presLayoutVars>
      </dgm:prSet>
      <dgm:spPr/>
    </dgm:pt>
    <dgm:pt modelId="{FCDA4B75-3672-4298-AEFC-E4F055662A76}" type="pres">
      <dgm:prSet presAssocID="{0F602C30-26C3-4484-8AA6-74DA56BABDF2}" presName="FiveNodes_4_text" presStyleLbl="node1" presStyleIdx="4" presStyleCnt="5">
        <dgm:presLayoutVars>
          <dgm:bulletEnabled val="1"/>
        </dgm:presLayoutVars>
      </dgm:prSet>
      <dgm:spPr/>
    </dgm:pt>
    <dgm:pt modelId="{FE305216-C9F4-4885-9EE2-83F13C65AE5D}" type="pres">
      <dgm:prSet presAssocID="{0F602C30-26C3-4484-8AA6-74DA56BABDF2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B322FC11-E2A8-46EA-BF0C-8BFBBD1AB0D3}" type="presOf" srcId="{0F59D6DB-9277-4F97-B7CF-FAE9C2A91638}" destId="{0F8AAC3C-401A-4744-A5DC-300A9C45709C}" srcOrd="0" destOrd="0" presId="urn:microsoft.com/office/officeart/2005/8/layout/vProcess5"/>
    <dgm:cxn modelId="{0FA6CA1B-B1F7-4C27-B079-5987760B635F}" type="presOf" srcId="{C566CBEF-08D4-4FA3-9489-B0E20C6B0ABB}" destId="{1DC15750-46BB-411C-98BD-5C047A505A8D}" srcOrd="1" destOrd="0" presId="urn:microsoft.com/office/officeart/2005/8/layout/vProcess5"/>
    <dgm:cxn modelId="{EFF4522A-D535-49E9-BEBB-2647462B595F}" srcId="{0F602C30-26C3-4484-8AA6-74DA56BABDF2}" destId="{C566CBEF-08D4-4FA3-9489-B0E20C6B0ABB}" srcOrd="1" destOrd="0" parTransId="{EC8F23DA-942E-45A0-8089-7AE09D0B8397}" sibTransId="{583C4082-C6D9-4B9E-92BD-61BD4C30915C}"/>
    <dgm:cxn modelId="{4A485133-6046-4187-AA76-DEB76B2877DE}" srcId="{0F602C30-26C3-4484-8AA6-74DA56BABDF2}" destId="{54C3BA60-9CDA-4699-B04B-40CDB7471977}" srcOrd="3" destOrd="0" parTransId="{2707B3FE-2102-4F94-A342-9379E5579335}" sibTransId="{BF412A69-D7CC-45C4-9441-B07BDF9FFF91}"/>
    <dgm:cxn modelId="{2CF46F3A-DF75-46C6-BF56-A18DAE523362}" srcId="{0F602C30-26C3-4484-8AA6-74DA56BABDF2}" destId="{79B3CDDA-5154-43C4-B050-BB93BE8E29AC}" srcOrd="0" destOrd="0" parTransId="{45188696-FF74-4B24-9297-0AC98206C11F}" sibTransId="{9DCDA766-D7BD-4020-8B6D-62D8C9B6D68C}"/>
    <dgm:cxn modelId="{2B922660-3BD3-4D0C-98DF-D2D68371DE2D}" type="presOf" srcId="{BF412A69-D7CC-45C4-9441-B07BDF9FFF91}" destId="{5C531201-5C8F-4DC3-976A-CA44F7DF8A98}" srcOrd="0" destOrd="0" presId="urn:microsoft.com/office/officeart/2005/8/layout/vProcess5"/>
    <dgm:cxn modelId="{3A554464-3F68-4529-AC16-503F14153944}" type="presOf" srcId="{583C4082-C6D9-4B9E-92BD-61BD4C30915C}" destId="{B14DA5D2-4079-4234-A2C2-B75C80AB564D}" srcOrd="0" destOrd="0" presId="urn:microsoft.com/office/officeart/2005/8/layout/vProcess5"/>
    <dgm:cxn modelId="{69FF7D4A-8D1B-46D4-A19C-C2B73CD1B18F}" type="presOf" srcId="{0F602C30-26C3-4484-8AA6-74DA56BABDF2}" destId="{803FB7A3-1F4D-487C-916A-C6FB70634781}" srcOrd="0" destOrd="0" presId="urn:microsoft.com/office/officeart/2005/8/layout/vProcess5"/>
    <dgm:cxn modelId="{63CE2357-E2BD-440D-AB06-FD7C08B6C6FF}" type="presOf" srcId="{C566CBEF-08D4-4FA3-9489-B0E20C6B0ABB}" destId="{2F7FB2DD-225B-4D96-80F2-CD7CD70CB405}" srcOrd="0" destOrd="0" presId="urn:microsoft.com/office/officeart/2005/8/layout/vProcess5"/>
    <dgm:cxn modelId="{A3F1407A-63D6-4B58-B5A1-998620BFF879}" type="presOf" srcId="{54C3BA60-9CDA-4699-B04B-40CDB7471977}" destId="{FCDA4B75-3672-4298-AEFC-E4F055662A76}" srcOrd="1" destOrd="0" presId="urn:microsoft.com/office/officeart/2005/8/layout/vProcess5"/>
    <dgm:cxn modelId="{5DB6985A-B5F6-4D13-AE28-6A0C082DD014}" type="presOf" srcId="{857A3B3E-E855-4EFB-959F-DEE79B86896E}" destId="{FE305216-C9F4-4885-9EE2-83F13C65AE5D}" srcOrd="1" destOrd="0" presId="urn:microsoft.com/office/officeart/2005/8/layout/vProcess5"/>
    <dgm:cxn modelId="{678AA596-3968-479C-8190-5A0267099A33}" type="presOf" srcId="{61AAF23D-4669-4EE3-9F03-BC8738CB3045}" destId="{E5113190-F716-4B0E-B4B1-0B59D04D5E75}" srcOrd="0" destOrd="0" presId="urn:microsoft.com/office/officeart/2005/8/layout/vProcess5"/>
    <dgm:cxn modelId="{97A7BA99-F00B-4841-8F47-66892347AA0D}" type="presOf" srcId="{0F59D6DB-9277-4F97-B7CF-FAE9C2A91638}" destId="{47363D97-04D9-4E71-A857-28369092F6CA}" srcOrd="1" destOrd="0" presId="urn:microsoft.com/office/officeart/2005/8/layout/vProcess5"/>
    <dgm:cxn modelId="{4172C2B1-0A2A-418C-B1F5-8F7A86FCD54F}" type="presOf" srcId="{79B3CDDA-5154-43C4-B050-BB93BE8E29AC}" destId="{BFCE09EF-4D4E-48E0-A90E-50FAD6ABFE0E}" srcOrd="1" destOrd="0" presId="urn:microsoft.com/office/officeart/2005/8/layout/vProcess5"/>
    <dgm:cxn modelId="{8BAC75D3-5C5F-41FF-9340-69B4B718FAED}" type="presOf" srcId="{9DCDA766-D7BD-4020-8B6D-62D8C9B6D68C}" destId="{683A9CEC-1D19-4626-9394-BF9010B78941}" srcOrd="0" destOrd="0" presId="urn:microsoft.com/office/officeart/2005/8/layout/vProcess5"/>
    <dgm:cxn modelId="{2F0179E6-06E7-44D1-B80C-0161720A021B}" srcId="{0F602C30-26C3-4484-8AA6-74DA56BABDF2}" destId="{857A3B3E-E855-4EFB-959F-DEE79B86896E}" srcOrd="4" destOrd="0" parTransId="{816C1CF5-CA78-457B-90D0-2DE716F2E9A7}" sibTransId="{A52887C6-12C9-4780-A609-44A1E5114BDB}"/>
    <dgm:cxn modelId="{B4C0BDE7-1AE2-4B69-BA6A-0E671B005AE0}" type="presOf" srcId="{79B3CDDA-5154-43C4-B050-BB93BE8E29AC}" destId="{F00EA39A-C087-4F87-AAB7-428D53B5BA4C}" srcOrd="0" destOrd="0" presId="urn:microsoft.com/office/officeart/2005/8/layout/vProcess5"/>
    <dgm:cxn modelId="{9CA497E9-4831-4C09-92BD-0BF43842E675}" srcId="{0F602C30-26C3-4484-8AA6-74DA56BABDF2}" destId="{0F59D6DB-9277-4F97-B7CF-FAE9C2A91638}" srcOrd="2" destOrd="0" parTransId="{02BA0F7F-7742-4AB5-9E42-6D67F065407B}" sibTransId="{61AAF23D-4669-4EE3-9F03-BC8738CB3045}"/>
    <dgm:cxn modelId="{BD9C5DFA-62BE-4FBB-BC51-CD255A9E5F0F}" type="presOf" srcId="{857A3B3E-E855-4EFB-959F-DEE79B86896E}" destId="{8CECCCAB-C884-41EC-B838-CEDE4052FDE1}" srcOrd="0" destOrd="0" presId="urn:microsoft.com/office/officeart/2005/8/layout/vProcess5"/>
    <dgm:cxn modelId="{7952F5FC-3462-4DFD-9FA0-364439F96968}" type="presOf" srcId="{54C3BA60-9CDA-4699-B04B-40CDB7471977}" destId="{BCB0A272-63ED-43B5-8CBA-2F9D801525C2}" srcOrd="0" destOrd="0" presId="urn:microsoft.com/office/officeart/2005/8/layout/vProcess5"/>
    <dgm:cxn modelId="{E4C12E43-2541-4DD0-97CD-733A5B805722}" type="presParOf" srcId="{803FB7A3-1F4D-487C-916A-C6FB70634781}" destId="{E1B3EBF0-928B-4C78-9D8B-7ABE203E98C6}" srcOrd="0" destOrd="0" presId="urn:microsoft.com/office/officeart/2005/8/layout/vProcess5"/>
    <dgm:cxn modelId="{1498EDF2-D9C7-4EF5-A83D-CEB720028672}" type="presParOf" srcId="{803FB7A3-1F4D-487C-916A-C6FB70634781}" destId="{F00EA39A-C087-4F87-AAB7-428D53B5BA4C}" srcOrd="1" destOrd="0" presId="urn:microsoft.com/office/officeart/2005/8/layout/vProcess5"/>
    <dgm:cxn modelId="{ACC51969-3D3A-4BBA-A2A3-CCEBA3FB0F31}" type="presParOf" srcId="{803FB7A3-1F4D-487C-916A-C6FB70634781}" destId="{2F7FB2DD-225B-4D96-80F2-CD7CD70CB405}" srcOrd="2" destOrd="0" presId="urn:microsoft.com/office/officeart/2005/8/layout/vProcess5"/>
    <dgm:cxn modelId="{D9B39527-3ACC-4783-A1CB-7F9C3DFD4C65}" type="presParOf" srcId="{803FB7A3-1F4D-487C-916A-C6FB70634781}" destId="{0F8AAC3C-401A-4744-A5DC-300A9C45709C}" srcOrd="3" destOrd="0" presId="urn:microsoft.com/office/officeart/2005/8/layout/vProcess5"/>
    <dgm:cxn modelId="{A7CF4615-3D42-474D-B7DF-D6BAE2E11BA7}" type="presParOf" srcId="{803FB7A3-1F4D-487C-916A-C6FB70634781}" destId="{BCB0A272-63ED-43B5-8CBA-2F9D801525C2}" srcOrd="4" destOrd="0" presId="urn:microsoft.com/office/officeart/2005/8/layout/vProcess5"/>
    <dgm:cxn modelId="{CB784E5E-0FDC-4CEC-AB9E-91026B53B470}" type="presParOf" srcId="{803FB7A3-1F4D-487C-916A-C6FB70634781}" destId="{8CECCCAB-C884-41EC-B838-CEDE4052FDE1}" srcOrd="5" destOrd="0" presId="urn:microsoft.com/office/officeart/2005/8/layout/vProcess5"/>
    <dgm:cxn modelId="{28EBDF1D-86F0-43E1-BECD-638E64C3B59B}" type="presParOf" srcId="{803FB7A3-1F4D-487C-916A-C6FB70634781}" destId="{683A9CEC-1D19-4626-9394-BF9010B78941}" srcOrd="6" destOrd="0" presId="urn:microsoft.com/office/officeart/2005/8/layout/vProcess5"/>
    <dgm:cxn modelId="{7DB152A1-CEE5-4CE8-865C-A50AF3ED5C8D}" type="presParOf" srcId="{803FB7A3-1F4D-487C-916A-C6FB70634781}" destId="{B14DA5D2-4079-4234-A2C2-B75C80AB564D}" srcOrd="7" destOrd="0" presId="urn:microsoft.com/office/officeart/2005/8/layout/vProcess5"/>
    <dgm:cxn modelId="{B976CEA0-85DA-4AE7-A27A-7C2CD68D9266}" type="presParOf" srcId="{803FB7A3-1F4D-487C-916A-C6FB70634781}" destId="{E5113190-F716-4B0E-B4B1-0B59D04D5E75}" srcOrd="8" destOrd="0" presId="urn:microsoft.com/office/officeart/2005/8/layout/vProcess5"/>
    <dgm:cxn modelId="{CBA2F223-54BA-448D-BAC7-0671737A11D5}" type="presParOf" srcId="{803FB7A3-1F4D-487C-916A-C6FB70634781}" destId="{5C531201-5C8F-4DC3-976A-CA44F7DF8A98}" srcOrd="9" destOrd="0" presId="urn:microsoft.com/office/officeart/2005/8/layout/vProcess5"/>
    <dgm:cxn modelId="{3B925BD4-4596-49DF-BE3F-FB06176C47E3}" type="presParOf" srcId="{803FB7A3-1F4D-487C-916A-C6FB70634781}" destId="{BFCE09EF-4D4E-48E0-A90E-50FAD6ABFE0E}" srcOrd="10" destOrd="0" presId="urn:microsoft.com/office/officeart/2005/8/layout/vProcess5"/>
    <dgm:cxn modelId="{72A5B30A-5AE3-424A-96F4-08EFD9FB2A5B}" type="presParOf" srcId="{803FB7A3-1F4D-487C-916A-C6FB70634781}" destId="{1DC15750-46BB-411C-98BD-5C047A505A8D}" srcOrd="11" destOrd="0" presId="urn:microsoft.com/office/officeart/2005/8/layout/vProcess5"/>
    <dgm:cxn modelId="{9446A6A4-0217-4208-8F3C-2600A1364F74}" type="presParOf" srcId="{803FB7A3-1F4D-487C-916A-C6FB70634781}" destId="{47363D97-04D9-4E71-A857-28369092F6CA}" srcOrd="12" destOrd="0" presId="urn:microsoft.com/office/officeart/2005/8/layout/vProcess5"/>
    <dgm:cxn modelId="{2B083773-F208-41BE-97B5-A7610B7E9674}" type="presParOf" srcId="{803FB7A3-1F4D-487C-916A-C6FB70634781}" destId="{FCDA4B75-3672-4298-AEFC-E4F055662A76}" srcOrd="13" destOrd="0" presId="urn:microsoft.com/office/officeart/2005/8/layout/vProcess5"/>
    <dgm:cxn modelId="{4F368F45-0082-465C-80D7-147B68BBA44E}" type="presParOf" srcId="{803FB7A3-1F4D-487C-916A-C6FB70634781}" destId="{FE305216-C9F4-4885-9EE2-83F13C65AE5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F602C30-26C3-4484-8AA6-74DA56BABDF2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9B3CDDA-5154-43C4-B050-BB93BE8E29AC}">
      <dgm:prSet phldrT="[Text]" custT="1"/>
      <dgm:spPr/>
      <dgm:t>
        <a:bodyPr/>
        <a:lstStyle/>
        <a:p>
          <a:pPr>
            <a:buFont typeface="+mj-lt"/>
            <a:buAutoNum type="arabicPeriod"/>
          </a:pPr>
          <a:r>
            <a:rPr lang="de-DE" sz="2400" b="1" dirty="0"/>
            <a:t>Background &amp; Strategic Significance</a:t>
          </a:r>
          <a:endParaRPr lang="de-DE" sz="2400" dirty="0"/>
        </a:p>
      </dgm:t>
    </dgm:pt>
    <dgm:pt modelId="{45188696-FF74-4B24-9297-0AC98206C11F}" type="parTrans" cxnId="{2CF46F3A-DF75-46C6-BF56-A18DAE523362}">
      <dgm:prSet/>
      <dgm:spPr/>
      <dgm:t>
        <a:bodyPr/>
        <a:lstStyle/>
        <a:p>
          <a:endParaRPr lang="de-DE"/>
        </a:p>
      </dgm:t>
    </dgm:pt>
    <dgm:pt modelId="{9DCDA766-D7BD-4020-8B6D-62D8C9B6D68C}" type="sibTrans" cxnId="{2CF46F3A-DF75-46C6-BF56-A18DAE523362}">
      <dgm:prSet/>
      <dgm:spPr/>
      <dgm:t>
        <a:bodyPr/>
        <a:lstStyle/>
        <a:p>
          <a:endParaRPr lang="de-DE"/>
        </a:p>
      </dgm:t>
    </dgm:pt>
    <dgm:pt modelId="{C566CBEF-08D4-4FA3-9489-B0E20C6B0ABB}">
      <dgm:prSet/>
      <dgm:spPr/>
      <dgm:t>
        <a:bodyPr/>
        <a:lstStyle/>
        <a:p>
          <a:r>
            <a:rPr lang="de-DE" b="1"/>
            <a:t>Literature &amp; Theoretical Framework</a:t>
          </a:r>
          <a:endParaRPr lang="zh-CN" altLang="de-DE" dirty="0"/>
        </a:p>
      </dgm:t>
    </dgm:pt>
    <dgm:pt modelId="{EC8F23DA-942E-45A0-8089-7AE09D0B8397}" type="parTrans" cxnId="{EFF4522A-D535-49E9-BEBB-2647462B595F}">
      <dgm:prSet/>
      <dgm:spPr/>
      <dgm:t>
        <a:bodyPr/>
        <a:lstStyle/>
        <a:p>
          <a:endParaRPr lang="de-DE"/>
        </a:p>
      </dgm:t>
    </dgm:pt>
    <dgm:pt modelId="{583C4082-C6D9-4B9E-92BD-61BD4C30915C}" type="sibTrans" cxnId="{EFF4522A-D535-49E9-BEBB-2647462B595F}">
      <dgm:prSet/>
      <dgm:spPr/>
      <dgm:t>
        <a:bodyPr/>
        <a:lstStyle/>
        <a:p>
          <a:endParaRPr lang="de-DE"/>
        </a:p>
      </dgm:t>
    </dgm:pt>
    <dgm:pt modelId="{0F59D6DB-9277-4F97-B7CF-FAE9C2A91638}">
      <dgm:prSet/>
      <dgm:spPr/>
      <dgm:t>
        <a:bodyPr/>
        <a:lstStyle/>
        <a:p>
          <a:r>
            <a:rPr lang="de-DE" b="1"/>
            <a:t>Pipeline &amp; Overall Architecture</a:t>
          </a:r>
          <a:endParaRPr lang="zh-CN" altLang="de-DE" dirty="0"/>
        </a:p>
      </dgm:t>
    </dgm:pt>
    <dgm:pt modelId="{02BA0F7F-7742-4AB5-9E42-6D67F065407B}" type="parTrans" cxnId="{9CA497E9-4831-4C09-92BD-0BF43842E675}">
      <dgm:prSet/>
      <dgm:spPr/>
      <dgm:t>
        <a:bodyPr/>
        <a:lstStyle/>
        <a:p>
          <a:endParaRPr lang="de-DE"/>
        </a:p>
      </dgm:t>
    </dgm:pt>
    <dgm:pt modelId="{61AAF23D-4669-4EE3-9F03-BC8738CB3045}" type="sibTrans" cxnId="{9CA497E9-4831-4C09-92BD-0BF43842E675}">
      <dgm:prSet/>
      <dgm:spPr/>
      <dgm:t>
        <a:bodyPr/>
        <a:lstStyle/>
        <a:p>
          <a:endParaRPr lang="de-DE"/>
        </a:p>
      </dgm:t>
    </dgm:pt>
    <dgm:pt modelId="{54C3BA60-9CDA-4699-B04B-40CDB7471977}">
      <dgm:prSet/>
      <dgm:spPr/>
      <dgm:t>
        <a:bodyPr/>
        <a:lstStyle/>
        <a:p>
          <a:r>
            <a:rPr lang="de-DE" b="1" dirty="0"/>
            <a:t>Current Progress &amp; Data Results</a:t>
          </a:r>
        </a:p>
      </dgm:t>
    </dgm:pt>
    <dgm:pt modelId="{2707B3FE-2102-4F94-A342-9379E5579335}" type="parTrans" cxnId="{4A485133-6046-4187-AA76-DEB76B2877DE}">
      <dgm:prSet/>
      <dgm:spPr/>
      <dgm:t>
        <a:bodyPr/>
        <a:lstStyle/>
        <a:p>
          <a:endParaRPr lang="de-DE"/>
        </a:p>
      </dgm:t>
    </dgm:pt>
    <dgm:pt modelId="{BF412A69-D7CC-45C4-9441-B07BDF9FFF91}" type="sibTrans" cxnId="{4A485133-6046-4187-AA76-DEB76B2877DE}">
      <dgm:prSet/>
      <dgm:spPr/>
      <dgm:t>
        <a:bodyPr/>
        <a:lstStyle/>
        <a:p>
          <a:endParaRPr lang="de-DE"/>
        </a:p>
      </dgm:t>
    </dgm:pt>
    <dgm:pt modelId="{857A3B3E-E855-4EFB-959F-DEE79B86896E}">
      <dgm:prSet/>
      <dgm:spPr/>
      <dgm:t>
        <a:bodyPr/>
        <a:lstStyle/>
        <a:p>
          <a:r>
            <a:rPr lang="en-US" altLang="zh-CN" b="1" dirty="0">
              <a:solidFill>
                <a:schemeClr val="accent4"/>
              </a:solidFill>
            </a:rPr>
            <a:t>Follow-up work and expected results</a:t>
          </a:r>
          <a:endParaRPr lang="zh-CN" altLang="de-DE" b="1" dirty="0">
            <a:solidFill>
              <a:schemeClr val="accent4"/>
            </a:solidFill>
          </a:endParaRPr>
        </a:p>
      </dgm:t>
    </dgm:pt>
    <dgm:pt modelId="{816C1CF5-CA78-457B-90D0-2DE716F2E9A7}" type="parTrans" cxnId="{2F0179E6-06E7-44D1-B80C-0161720A021B}">
      <dgm:prSet/>
      <dgm:spPr/>
      <dgm:t>
        <a:bodyPr/>
        <a:lstStyle/>
        <a:p>
          <a:endParaRPr lang="de-DE"/>
        </a:p>
      </dgm:t>
    </dgm:pt>
    <dgm:pt modelId="{A52887C6-12C9-4780-A609-44A1E5114BDB}" type="sibTrans" cxnId="{2F0179E6-06E7-44D1-B80C-0161720A021B}">
      <dgm:prSet/>
      <dgm:spPr/>
      <dgm:t>
        <a:bodyPr/>
        <a:lstStyle/>
        <a:p>
          <a:endParaRPr lang="de-DE"/>
        </a:p>
      </dgm:t>
    </dgm:pt>
    <dgm:pt modelId="{803FB7A3-1F4D-487C-916A-C6FB70634781}" type="pres">
      <dgm:prSet presAssocID="{0F602C30-26C3-4484-8AA6-74DA56BABDF2}" presName="outerComposite" presStyleCnt="0">
        <dgm:presLayoutVars>
          <dgm:chMax val="5"/>
          <dgm:dir/>
          <dgm:resizeHandles val="exact"/>
        </dgm:presLayoutVars>
      </dgm:prSet>
      <dgm:spPr/>
    </dgm:pt>
    <dgm:pt modelId="{E1B3EBF0-928B-4C78-9D8B-7ABE203E98C6}" type="pres">
      <dgm:prSet presAssocID="{0F602C30-26C3-4484-8AA6-74DA56BABDF2}" presName="dummyMaxCanvas" presStyleCnt="0">
        <dgm:presLayoutVars/>
      </dgm:prSet>
      <dgm:spPr/>
    </dgm:pt>
    <dgm:pt modelId="{F00EA39A-C087-4F87-AAB7-428D53B5BA4C}" type="pres">
      <dgm:prSet presAssocID="{0F602C30-26C3-4484-8AA6-74DA56BABDF2}" presName="FiveNodes_1" presStyleLbl="node1" presStyleIdx="0" presStyleCnt="5">
        <dgm:presLayoutVars>
          <dgm:bulletEnabled val="1"/>
        </dgm:presLayoutVars>
      </dgm:prSet>
      <dgm:spPr/>
    </dgm:pt>
    <dgm:pt modelId="{2F7FB2DD-225B-4D96-80F2-CD7CD70CB405}" type="pres">
      <dgm:prSet presAssocID="{0F602C30-26C3-4484-8AA6-74DA56BABDF2}" presName="FiveNodes_2" presStyleLbl="node1" presStyleIdx="1" presStyleCnt="5">
        <dgm:presLayoutVars>
          <dgm:bulletEnabled val="1"/>
        </dgm:presLayoutVars>
      </dgm:prSet>
      <dgm:spPr/>
    </dgm:pt>
    <dgm:pt modelId="{0F8AAC3C-401A-4744-A5DC-300A9C45709C}" type="pres">
      <dgm:prSet presAssocID="{0F602C30-26C3-4484-8AA6-74DA56BABDF2}" presName="FiveNodes_3" presStyleLbl="node1" presStyleIdx="2" presStyleCnt="5">
        <dgm:presLayoutVars>
          <dgm:bulletEnabled val="1"/>
        </dgm:presLayoutVars>
      </dgm:prSet>
      <dgm:spPr/>
    </dgm:pt>
    <dgm:pt modelId="{BCB0A272-63ED-43B5-8CBA-2F9D801525C2}" type="pres">
      <dgm:prSet presAssocID="{0F602C30-26C3-4484-8AA6-74DA56BABDF2}" presName="FiveNodes_4" presStyleLbl="node1" presStyleIdx="3" presStyleCnt="5">
        <dgm:presLayoutVars>
          <dgm:bulletEnabled val="1"/>
        </dgm:presLayoutVars>
      </dgm:prSet>
      <dgm:spPr/>
    </dgm:pt>
    <dgm:pt modelId="{8CECCCAB-C884-41EC-B838-CEDE4052FDE1}" type="pres">
      <dgm:prSet presAssocID="{0F602C30-26C3-4484-8AA6-74DA56BABDF2}" presName="FiveNodes_5" presStyleLbl="node1" presStyleIdx="4" presStyleCnt="5">
        <dgm:presLayoutVars>
          <dgm:bulletEnabled val="1"/>
        </dgm:presLayoutVars>
      </dgm:prSet>
      <dgm:spPr/>
    </dgm:pt>
    <dgm:pt modelId="{683A9CEC-1D19-4626-9394-BF9010B78941}" type="pres">
      <dgm:prSet presAssocID="{0F602C30-26C3-4484-8AA6-74DA56BABDF2}" presName="FiveConn_1-2" presStyleLbl="fgAccFollowNode1" presStyleIdx="0" presStyleCnt="4">
        <dgm:presLayoutVars>
          <dgm:bulletEnabled val="1"/>
        </dgm:presLayoutVars>
      </dgm:prSet>
      <dgm:spPr/>
    </dgm:pt>
    <dgm:pt modelId="{B14DA5D2-4079-4234-A2C2-B75C80AB564D}" type="pres">
      <dgm:prSet presAssocID="{0F602C30-26C3-4484-8AA6-74DA56BABDF2}" presName="FiveConn_2-3" presStyleLbl="fgAccFollowNode1" presStyleIdx="1" presStyleCnt="4">
        <dgm:presLayoutVars>
          <dgm:bulletEnabled val="1"/>
        </dgm:presLayoutVars>
      </dgm:prSet>
      <dgm:spPr/>
    </dgm:pt>
    <dgm:pt modelId="{E5113190-F716-4B0E-B4B1-0B59D04D5E75}" type="pres">
      <dgm:prSet presAssocID="{0F602C30-26C3-4484-8AA6-74DA56BABDF2}" presName="FiveConn_3-4" presStyleLbl="fgAccFollowNode1" presStyleIdx="2" presStyleCnt="4">
        <dgm:presLayoutVars>
          <dgm:bulletEnabled val="1"/>
        </dgm:presLayoutVars>
      </dgm:prSet>
      <dgm:spPr/>
    </dgm:pt>
    <dgm:pt modelId="{5C531201-5C8F-4DC3-976A-CA44F7DF8A98}" type="pres">
      <dgm:prSet presAssocID="{0F602C30-26C3-4484-8AA6-74DA56BABDF2}" presName="FiveConn_4-5" presStyleLbl="fgAccFollowNode1" presStyleIdx="3" presStyleCnt="4">
        <dgm:presLayoutVars>
          <dgm:bulletEnabled val="1"/>
        </dgm:presLayoutVars>
      </dgm:prSet>
      <dgm:spPr/>
    </dgm:pt>
    <dgm:pt modelId="{BFCE09EF-4D4E-48E0-A90E-50FAD6ABFE0E}" type="pres">
      <dgm:prSet presAssocID="{0F602C30-26C3-4484-8AA6-74DA56BABDF2}" presName="FiveNodes_1_text" presStyleLbl="node1" presStyleIdx="4" presStyleCnt="5">
        <dgm:presLayoutVars>
          <dgm:bulletEnabled val="1"/>
        </dgm:presLayoutVars>
      </dgm:prSet>
      <dgm:spPr/>
    </dgm:pt>
    <dgm:pt modelId="{1DC15750-46BB-411C-98BD-5C047A505A8D}" type="pres">
      <dgm:prSet presAssocID="{0F602C30-26C3-4484-8AA6-74DA56BABDF2}" presName="FiveNodes_2_text" presStyleLbl="node1" presStyleIdx="4" presStyleCnt="5">
        <dgm:presLayoutVars>
          <dgm:bulletEnabled val="1"/>
        </dgm:presLayoutVars>
      </dgm:prSet>
      <dgm:spPr/>
    </dgm:pt>
    <dgm:pt modelId="{47363D97-04D9-4E71-A857-28369092F6CA}" type="pres">
      <dgm:prSet presAssocID="{0F602C30-26C3-4484-8AA6-74DA56BABDF2}" presName="FiveNodes_3_text" presStyleLbl="node1" presStyleIdx="4" presStyleCnt="5">
        <dgm:presLayoutVars>
          <dgm:bulletEnabled val="1"/>
        </dgm:presLayoutVars>
      </dgm:prSet>
      <dgm:spPr/>
    </dgm:pt>
    <dgm:pt modelId="{FCDA4B75-3672-4298-AEFC-E4F055662A76}" type="pres">
      <dgm:prSet presAssocID="{0F602C30-26C3-4484-8AA6-74DA56BABDF2}" presName="FiveNodes_4_text" presStyleLbl="node1" presStyleIdx="4" presStyleCnt="5">
        <dgm:presLayoutVars>
          <dgm:bulletEnabled val="1"/>
        </dgm:presLayoutVars>
      </dgm:prSet>
      <dgm:spPr/>
    </dgm:pt>
    <dgm:pt modelId="{FE305216-C9F4-4885-9EE2-83F13C65AE5D}" type="pres">
      <dgm:prSet presAssocID="{0F602C30-26C3-4484-8AA6-74DA56BABDF2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B322FC11-E2A8-46EA-BF0C-8BFBBD1AB0D3}" type="presOf" srcId="{0F59D6DB-9277-4F97-B7CF-FAE9C2A91638}" destId="{0F8AAC3C-401A-4744-A5DC-300A9C45709C}" srcOrd="0" destOrd="0" presId="urn:microsoft.com/office/officeart/2005/8/layout/vProcess5"/>
    <dgm:cxn modelId="{0FA6CA1B-B1F7-4C27-B079-5987760B635F}" type="presOf" srcId="{C566CBEF-08D4-4FA3-9489-B0E20C6B0ABB}" destId="{1DC15750-46BB-411C-98BD-5C047A505A8D}" srcOrd="1" destOrd="0" presId="urn:microsoft.com/office/officeart/2005/8/layout/vProcess5"/>
    <dgm:cxn modelId="{EFF4522A-D535-49E9-BEBB-2647462B595F}" srcId="{0F602C30-26C3-4484-8AA6-74DA56BABDF2}" destId="{C566CBEF-08D4-4FA3-9489-B0E20C6B0ABB}" srcOrd="1" destOrd="0" parTransId="{EC8F23DA-942E-45A0-8089-7AE09D0B8397}" sibTransId="{583C4082-C6D9-4B9E-92BD-61BD4C30915C}"/>
    <dgm:cxn modelId="{4A485133-6046-4187-AA76-DEB76B2877DE}" srcId="{0F602C30-26C3-4484-8AA6-74DA56BABDF2}" destId="{54C3BA60-9CDA-4699-B04B-40CDB7471977}" srcOrd="3" destOrd="0" parTransId="{2707B3FE-2102-4F94-A342-9379E5579335}" sibTransId="{BF412A69-D7CC-45C4-9441-B07BDF9FFF91}"/>
    <dgm:cxn modelId="{2CF46F3A-DF75-46C6-BF56-A18DAE523362}" srcId="{0F602C30-26C3-4484-8AA6-74DA56BABDF2}" destId="{79B3CDDA-5154-43C4-B050-BB93BE8E29AC}" srcOrd="0" destOrd="0" parTransId="{45188696-FF74-4B24-9297-0AC98206C11F}" sibTransId="{9DCDA766-D7BD-4020-8B6D-62D8C9B6D68C}"/>
    <dgm:cxn modelId="{2B922660-3BD3-4D0C-98DF-D2D68371DE2D}" type="presOf" srcId="{BF412A69-D7CC-45C4-9441-B07BDF9FFF91}" destId="{5C531201-5C8F-4DC3-976A-CA44F7DF8A98}" srcOrd="0" destOrd="0" presId="urn:microsoft.com/office/officeart/2005/8/layout/vProcess5"/>
    <dgm:cxn modelId="{3A554464-3F68-4529-AC16-503F14153944}" type="presOf" srcId="{583C4082-C6D9-4B9E-92BD-61BD4C30915C}" destId="{B14DA5D2-4079-4234-A2C2-B75C80AB564D}" srcOrd="0" destOrd="0" presId="urn:microsoft.com/office/officeart/2005/8/layout/vProcess5"/>
    <dgm:cxn modelId="{69FF7D4A-8D1B-46D4-A19C-C2B73CD1B18F}" type="presOf" srcId="{0F602C30-26C3-4484-8AA6-74DA56BABDF2}" destId="{803FB7A3-1F4D-487C-916A-C6FB70634781}" srcOrd="0" destOrd="0" presId="urn:microsoft.com/office/officeart/2005/8/layout/vProcess5"/>
    <dgm:cxn modelId="{63CE2357-E2BD-440D-AB06-FD7C08B6C6FF}" type="presOf" srcId="{C566CBEF-08D4-4FA3-9489-B0E20C6B0ABB}" destId="{2F7FB2DD-225B-4D96-80F2-CD7CD70CB405}" srcOrd="0" destOrd="0" presId="urn:microsoft.com/office/officeart/2005/8/layout/vProcess5"/>
    <dgm:cxn modelId="{A3F1407A-63D6-4B58-B5A1-998620BFF879}" type="presOf" srcId="{54C3BA60-9CDA-4699-B04B-40CDB7471977}" destId="{FCDA4B75-3672-4298-AEFC-E4F055662A76}" srcOrd="1" destOrd="0" presId="urn:microsoft.com/office/officeart/2005/8/layout/vProcess5"/>
    <dgm:cxn modelId="{5DB6985A-B5F6-4D13-AE28-6A0C082DD014}" type="presOf" srcId="{857A3B3E-E855-4EFB-959F-DEE79B86896E}" destId="{FE305216-C9F4-4885-9EE2-83F13C65AE5D}" srcOrd="1" destOrd="0" presId="urn:microsoft.com/office/officeart/2005/8/layout/vProcess5"/>
    <dgm:cxn modelId="{678AA596-3968-479C-8190-5A0267099A33}" type="presOf" srcId="{61AAF23D-4669-4EE3-9F03-BC8738CB3045}" destId="{E5113190-F716-4B0E-B4B1-0B59D04D5E75}" srcOrd="0" destOrd="0" presId="urn:microsoft.com/office/officeart/2005/8/layout/vProcess5"/>
    <dgm:cxn modelId="{97A7BA99-F00B-4841-8F47-66892347AA0D}" type="presOf" srcId="{0F59D6DB-9277-4F97-B7CF-FAE9C2A91638}" destId="{47363D97-04D9-4E71-A857-28369092F6CA}" srcOrd="1" destOrd="0" presId="urn:microsoft.com/office/officeart/2005/8/layout/vProcess5"/>
    <dgm:cxn modelId="{4172C2B1-0A2A-418C-B1F5-8F7A86FCD54F}" type="presOf" srcId="{79B3CDDA-5154-43C4-B050-BB93BE8E29AC}" destId="{BFCE09EF-4D4E-48E0-A90E-50FAD6ABFE0E}" srcOrd="1" destOrd="0" presId="urn:microsoft.com/office/officeart/2005/8/layout/vProcess5"/>
    <dgm:cxn modelId="{8BAC75D3-5C5F-41FF-9340-69B4B718FAED}" type="presOf" srcId="{9DCDA766-D7BD-4020-8B6D-62D8C9B6D68C}" destId="{683A9CEC-1D19-4626-9394-BF9010B78941}" srcOrd="0" destOrd="0" presId="urn:microsoft.com/office/officeart/2005/8/layout/vProcess5"/>
    <dgm:cxn modelId="{2F0179E6-06E7-44D1-B80C-0161720A021B}" srcId="{0F602C30-26C3-4484-8AA6-74DA56BABDF2}" destId="{857A3B3E-E855-4EFB-959F-DEE79B86896E}" srcOrd="4" destOrd="0" parTransId="{816C1CF5-CA78-457B-90D0-2DE716F2E9A7}" sibTransId="{A52887C6-12C9-4780-A609-44A1E5114BDB}"/>
    <dgm:cxn modelId="{B4C0BDE7-1AE2-4B69-BA6A-0E671B005AE0}" type="presOf" srcId="{79B3CDDA-5154-43C4-B050-BB93BE8E29AC}" destId="{F00EA39A-C087-4F87-AAB7-428D53B5BA4C}" srcOrd="0" destOrd="0" presId="urn:microsoft.com/office/officeart/2005/8/layout/vProcess5"/>
    <dgm:cxn modelId="{9CA497E9-4831-4C09-92BD-0BF43842E675}" srcId="{0F602C30-26C3-4484-8AA6-74DA56BABDF2}" destId="{0F59D6DB-9277-4F97-B7CF-FAE9C2A91638}" srcOrd="2" destOrd="0" parTransId="{02BA0F7F-7742-4AB5-9E42-6D67F065407B}" sibTransId="{61AAF23D-4669-4EE3-9F03-BC8738CB3045}"/>
    <dgm:cxn modelId="{BD9C5DFA-62BE-4FBB-BC51-CD255A9E5F0F}" type="presOf" srcId="{857A3B3E-E855-4EFB-959F-DEE79B86896E}" destId="{8CECCCAB-C884-41EC-B838-CEDE4052FDE1}" srcOrd="0" destOrd="0" presId="urn:microsoft.com/office/officeart/2005/8/layout/vProcess5"/>
    <dgm:cxn modelId="{7952F5FC-3462-4DFD-9FA0-364439F96968}" type="presOf" srcId="{54C3BA60-9CDA-4699-B04B-40CDB7471977}" destId="{BCB0A272-63ED-43B5-8CBA-2F9D801525C2}" srcOrd="0" destOrd="0" presId="urn:microsoft.com/office/officeart/2005/8/layout/vProcess5"/>
    <dgm:cxn modelId="{E4C12E43-2541-4DD0-97CD-733A5B805722}" type="presParOf" srcId="{803FB7A3-1F4D-487C-916A-C6FB70634781}" destId="{E1B3EBF0-928B-4C78-9D8B-7ABE203E98C6}" srcOrd="0" destOrd="0" presId="urn:microsoft.com/office/officeart/2005/8/layout/vProcess5"/>
    <dgm:cxn modelId="{1498EDF2-D9C7-4EF5-A83D-CEB720028672}" type="presParOf" srcId="{803FB7A3-1F4D-487C-916A-C6FB70634781}" destId="{F00EA39A-C087-4F87-AAB7-428D53B5BA4C}" srcOrd="1" destOrd="0" presId="urn:microsoft.com/office/officeart/2005/8/layout/vProcess5"/>
    <dgm:cxn modelId="{ACC51969-3D3A-4BBA-A2A3-CCEBA3FB0F31}" type="presParOf" srcId="{803FB7A3-1F4D-487C-916A-C6FB70634781}" destId="{2F7FB2DD-225B-4D96-80F2-CD7CD70CB405}" srcOrd="2" destOrd="0" presId="urn:microsoft.com/office/officeart/2005/8/layout/vProcess5"/>
    <dgm:cxn modelId="{D9B39527-3ACC-4783-A1CB-7F9C3DFD4C65}" type="presParOf" srcId="{803FB7A3-1F4D-487C-916A-C6FB70634781}" destId="{0F8AAC3C-401A-4744-A5DC-300A9C45709C}" srcOrd="3" destOrd="0" presId="urn:microsoft.com/office/officeart/2005/8/layout/vProcess5"/>
    <dgm:cxn modelId="{A7CF4615-3D42-474D-B7DF-D6BAE2E11BA7}" type="presParOf" srcId="{803FB7A3-1F4D-487C-916A-C6FB70634781}" destId="{BCB0A272-63ED-43B5-8CBA-2F9D801525C2}" srcOrd="4" destOrd="0" presId="urn:microsoft.com/office/officeart/2005/8/layout/vProcess5"/>
    <dgm:cxn modelId="{CB784E5E-0FDC-4CEC-AB9E-91026B53B470}" type="presParOf" srcId="{803FB7A3-1F4D-487C-916A-C6FB70634781}" destId="{8CECCCAB-C884-41EC-B838-CEDE4052FDE1}" srcOrd="5" destOrd="0" presId="urn:microsoft.com/office/officeart/2005/8/layout/vProcess5"/>
    <dgm:cxn modelId="{28EBDF1D-86F0-43E1-BECD-638E64C3B59B}" type="presParOf" srcId="{803FB7A3-1F4D-487C-916A-C6FB70634781}" destId="{683A9CEC-1D19-4626-9394-BF9010B78941}" srcOrd="6" destOrd="0" presId="urn:microsoft.com/office/officeart/2005/8/layout/vProcess5"/>
    <dgm:cxn modelId="{7DB152A1-CEE5-4CE8-865C-A50AF3ED5C8D}" type="presParOf" srcId="{803FB7A3-1F4D-487C-916A-C6FB70634781}" destId="{B14DA5D2-4079-4234-A2C2-B75C80AB564D}" srcOrd="7" destOrd="0" presId="urn:microsoft.com/office/officeart/2005/8/layout/vProcess5"/>
    <dgm:cxn modelId="{B976CEA0-85DA-4AE7-A27A-7C2CD68D9266}" type="presParOf" srcId="{803FB7A3-1F4D-487C-916A-C6FB70634781}" destId="{E5113190-F716-4B0E-B4B1-0B59D04D5E75}" srcOrd="8" destOrd="0" presId="urn:microsoft.com/office/officeart/2005/8/layout/vProcess5"/>
    <dgm:cxn modelId="{CBA2F223-54BA-448D-BAC7-0671737A11D5}" type="presParOf" srcId="{803FB7A3-1F4D-487C-916A-C6FB70634781}" destId="{5C531201-5C8F-4DC3-976A-CA44F7DF8A98}" srcOrd="9" destOrd="0" presId="urn:microsoft.com/office/officeart/2005/8/layout/vProcess5"/>
    <dgm:cxn modelId="{3B925BD4-4596-49DF-BE3F-FB06176C47E3}" type="presParOf" srcId="{803FB7A3-1F4D-487C-916A-C6FB70634781}" destId="{BFCE09EF-4D4E-48E0-A90E-50FAD6ABFE0E}" srcOrd="10" destOrd="0" presId="urn:microsoft.com/office/officeart/2005/8/layout/vProcess5"/>
    <dgm:cxn modelId="{72A5B30A-5AE3-424A-96F4-08EFD9FB2A5B}" type="presParOf" srcId="{803FB7A3-1F4D-487C-916A-C6FB70634781}" destId="{1DC15750-46BB-411C-98BD-5C047A505A8D}" srcOrd="11" destOrd="0" presId="urn:microsoft.com/office/officeart/2005/8/layout/vProcess5"/>
    <dgm:cxn modelId="{9446A6A4-0217-4208-8F3C-2600A1364F74}" type="presParOf" srcId="{803FB7A3-1F4D-487C-916A-C6FB70634781}" destId="{47363D97-04D9-4E71-A857-28369092F6CA}" srcOrd="12" destOrd="0" presId="urn:microsoft.com/office/officeart/2005/8/layout/vProcess5"/>
    <dgm:cxn modelId="{2B083773-F208-41BE-97B5-A7610B7E9674}" type="presParOf" srcId="{803FB7A3-1F4D-487C-916A-C6FB70634781}" destId="{FCDA4B75-3672-4298-AEFC-E4F055662A76}" srcOrd="13" destOrd="0" presId="urn:microsoft.com/office/officeart/2005/8/layout/vProcess5"/>
    <dgm:cxn modelId="{4F368F45-0082-465C-80D7-147B68BBA44E}" type="presParOf" srcId="{803FB7A3-1F4D-487C-916A-C6FB70634781}" destId="{FE305216-C9F4-4885-9EE2-83F13C65AE5D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0EA39A-C087-4F87-AAB7-428D53B5BA4C}">
      <dsp:nvSpPr>
        <dsp:cNvPr id="0" name=""/>
        <dsp:cNvSpPr/>
      </dsp:nvSpPr>
      <dsp:spPr>
        <a:xfrm>
          <a:off x="0" y="0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de-DE" sz="2400" b="1" kern="1200" dirty="0"/>
            <a:t>Background &amp; Strategic Significance</a:t>
          </a:r>
          <a:endParaRPr lang="de-DE" sz="2400" kern="1200" dirty="0"/>
        </a:p>
      </dsp:txBody>
      <dsp:txXfrm>
        <a:off x="25902" y="25902"/>
        <a:ext cx="6272411" cy="832541"/>
      </dsp:txXfrm>
    </dsp:sp>
    <dsp:sp modelId="{2F7FB2DD-225B-4D96-80F2-CD7CD70CB405}">
      <dsp:nvSpPr>
        <dsp:cNvPr id="0" name=""/>
        <dsp:cNvSpPr/>
      </dsp:nvSpPr>
      <dsp:spPr>
        <a:xfrm>
          <a:off x="547381" y="1007170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b="1" kern="1200"/>
            <a:t>Literature &amp; Theoretical Framework</a:t>
          </a:r>
          <a:endParaRPr lang="zh-CN" altLang="de-DE" sz="2600" kern="1200" dirty="0"/>
        </a:p>
      </dsp:txBody>
      <dsp:txXfrm>
        <a:off x="573283" y="1033072"/>
        <a:ext cx="6156147" cy="832541"/>
      </dsp:txXfrm>
    </dsp:sp>
    <dsp:sp modelId="{0F8AAC3C-401A-4744-A5DC-300A9C45709C}">
      <dsp:nvSpPr>
        <dsp:cNvPr id="0" name=""/>
        <dsp:cNvSpPr/>
      </dsp:nvSpPr>
      <dsp:spPr>
        <a:xfrm>
          <a:off x="1094763" y="2014341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b="1" kern="1200"/>
            <a:t>Pipeline &amp; Overall Architecture</a:t>
          </a:r>
          <a:endParaRPr lang="zh-CN" altLang="de-DE" sz="2600" kern="1200" dirty="0"/>
        </a:p>
      </dsp:txBody>
      <dsp:txXfrm>
        <a:off x="1120665" y="2040243"/>
        <a:ext cx="6156147" cy="832541"/>
      </dsp:txXfrm>
    </dsp:sp>
    <dsp:sp modelId="{BCB0A272-63ED-43B5-8CBA-2F9D801525C2}">
      <dsp:nvSpPr>
        <dsp:cNvPr id="0" name=""/>
        <dsp:cNvSpPr/>
      </dsp:nvSpPr>
      <dsp:spPr>
        <a:xfrm>
          <a:off x="1642145" y="3021512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b="1" kern="1200" dirty="0"/>
            <a:t>Current Progress &amp; Data Results</a:t>
          </a:r>
        </a:p>
      </dsp:txBody>
      <dsp:txXfrm>
        <a:off x="1668047" y="3047414"/>
        <a:ext cx="6156147" cy="832541"/>
      </dsp:txXfrm>
    </dsp:sp>
    <dsp:sp modelId="{8CECCCAB-C884-41EC-B838-CEDE4052FDE1}">
      <dsp:nvSpPr>
        <dsp:cNvPr id="0" name=""/>
        <dsp:cNvSpPr/>
      </dsp:nvSpPr>
      <dsp:spPr>
        <a:xfrm>
          <a:off x="2189527" y="4028683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600" b="1" kern="1200" dirty="0"/>
            <a:t>Follow-up work and expected results</a:t>
          </a:r>
          <a:endParaRPr lang="zh-CN" altLang="de-DE" sz="2600" b="1" kern="1200" dirty="0"/>
        </a:p>
      </dsp:txBody>
      <dsp:txXfrm>
        <a:off x="2215429" y="4054585"/>
        <a:ext cx="6156147" cy="832541"/>
      </dsp:txXfrm>
    </dsp:sp>
    <dsp:sp modelId="{683A9CEC-1D19-4626-9394-BF9010B78941}">
      <dsp:nvSpPr>
        <dsp:cNvPr id="0" name=""/>
        <dsp:cNvSpPr/>
      </dsp:nvSpPr>
      <dsp:spPr>
        <a:xfrm>
          <a:off x="6755333" y="646063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6884668" y="646063"/>
        <a:ext cx="316154" cy="432555"/>
      </dsp:txXfrm>
    </dsp:sp>
    <dsp:sp modelId="{B14DA5D2-4079-4234-A2C2-B75C80AB564D}">
      <dsp:nvSpPr>
        <dsp:cNvPr id="0" name=""/>
        <dsp:cNvSpPr/>
      </dsp:nvSpPr>
      <dsp:spPr>
        <a:xfrm>
          <a:off x="7302715" y="1653234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7432050" y="1653234"/>
        <a:ext cx="316154" cy="432555"/>
      </dsp:txXfrm>
    </dsp:sp>
    <dsp:sp modelId="{E5113190-F716-4B0E-B4B1-0B59D04D5E75}">
      <dsp:nvSpPr>
        <dsp:cNvPr id="0" name=""/>
        <dsp:cNvSpPr/>
      </dsp:nvSpPr>
      <dsp:spPr>
        <a:xfrm>
          <a:off x="7850097" y="2645666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7979432" y="2645666"/>
        <a:ext cx="316154" cy="432555"/>
      </dsp:txXfrm>
    </dsp:sp>
    <dsp:sp modelId="{5C531201-5C8F-4DC3-976A-CA44F7DF8A98}">
      <dsp:nvSpPr>
        <dsp:cNvPr id="0" name=""/>
        <dsp:cNvSpPr/>
      </dsp:nvSpPr>
      <dsp:spPr>
        <a:xfrm>
          <a:off x="8397479" y="3662663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8526814" y="3662663"/>
        <a:ext cx="316154" cy="4325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0EA39A-C087-4F87-AAB7-428D53B5BA4C}">
      <dsp:nvSpPr>
        <dsp:cNvPr id="0" name=""/>
        <dsp:cNvSpPr/>
      </dsp:nvSpPr>
      <dsp:spPr>
        <a:xfrm>
          <a:off x="0" y="0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de-DE" sz="2400" b="1" kern="1200" dirty="0">
              <a:solidFill>
                <a:schemeClr val="accent4"/>
              </a:solidFill>
            </a:rPr>
            <a:t>Background &amp; Strategic Significance</a:t>
          </a:r>
          <a:endParaRPr lang="de-DE" sz="2400" kern="1200" dirty="0">
            <a:solidFill>
              <a:schemeClr val="accent4"/>
            </a:solidFill>
          </a:endParaRPr>
        </a:p>
      </dsp:txBody>
      <dsp:txXfrm>
        <a:off x="25902" y="25902"/>
        <a:ext cx="6272411" cy="832541"/>
      </dsp:txXfrm>
    </dsp:sp>
    <dsp:sp modelId="{2F7FB2DD-225B-4D96-80F2-CD7CD70CB405}">
      <dsp:nvSpPr>
        <dsp:cNvPr id="0" name=""/>
        <dsp:cNvSpPr/>
      </dsp:nvSpPr>
      <dsp:spPr>
        <a:xfrm>
          <a:off x="547381" y="1007170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b="1" kern="1200"/>
            <a:t>Literature &amp; Theoretical Framework</a:t>
          </a:r>
          <a:endParaRPr lang="zh-CN" altLang="de-DE" sz="2600" kern="1200" dirty="0"/>
        </a:p>
      </dsp:txBody>
      <dsp:txXfrm>
        <a:off x="573283" y="1033072"/>
        <a:ext cx="6156147" cy="832541"/>
      </dsp:txXfrm>
    </dsp:sp>
    <dsp:sp modelId="{0F8AAC3C-401A-4744-A5DC-300A9C45709C}">
      <dsp:nvSpPr>
        <dsp:cNvPr id="0" name=""/>
        <dsp:cNvSpPr/>
      </dsp:nvSpPr>
      <dsp:spPr>
        <a:xfrm>
          <a:off x="1094763" y="2014341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b="1" kern="1200"/>
            <a:t>Pipeline &amp; Overall Architecture</a:t>
          </a:r>
          <a:endParaRPr lang="zh-CN" altLang="de-DE" sz="2600" kern="1200" dirty="0"/>
        </a:p>
      </dsp:txBody>
      <dsp:txXfrm>
        <a:off x="1120665" y="2040243"/>
        <a:ext cx="6156147" cy="832541"/>
      </dsp:txXfrm>
    </dsp:sp>
    <dsp:sp modelId="{BCB0A272-63ED-43B5-8CBA-2F9D801525C2}">
      <dsp:nvSpPr>
        <dsp:cNvPr id="0" name=""/>
        <dsp:cNvSpPr/>
      </dsp:nvSpPr>
      <dsp:spPr>
        <a:xfrm>
          <a:off x="1642145" y="3021512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b="1" kern="1200" dirty="0"/>
            <a:t>Current Progress &amp; Data Results</a:t>
          </a:r>
        </a:p>
      </dsp:txBody>
      <dsp:txXfrm>
        <a:off x="1668047" y="3047414"/>
        <a:ext cx="6156147" cy="832541"/>
      </dsp:txXfrm>
    </dsp:sp>
    <dsp:sp modelId="{8CECCCAB-C884-41EC-B838-CEDE4052FDE1}">
      <dsp:nvSpPr>
        <dsp:cNvPr id="0" name=""/>
        <dsp:cNvSpPr/>
      </dsp:nvSpPr>
      <dsp:spPr>
        <a:xfrm>
          <a:off x="2189527" y="4028683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600" b="1" kern="1200" dirty="0"/>
            <a:t>Follow-up work and expected results</a:t>
          </a:r>
          <a:endParaRPr lang="zh-CN" altLang="de-DE" sz="2600" b="1" kern="1200" dirty="0"/>
        </a:p>
      </dsp:txBody>
      <dsp:txXfrm>
        <a:off x="2215429" y="4054585"/>
        <a:ext cx="6156147" cy="832541"/>
      </dsp:txXfrm>
    </dsp:sp>
    <dsp:sp modelId="{683A9CEC-1D19-4626-9394-BF9010B78941}">
      <dsp:nvSpPr>
        <dsp:cNvPr id="0" name=""/>
        <dsp:cNvSpPr/>
      </dsp:nvSpPr>
      <dsp:spPr>
        <a:xfrm>
          <a:off x="6755333" y="646063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6884668" y="646063"/>
        <a:ext cx="316154" cy="432555"/>
      </dsp:txXfrm>
    </dsp:sp>
    <dsp:sp modelId="{B14DA5D2-4079-4234-A2C2-B75C80AB564D}">
      <dsp:nvSpPr>
        <dsp:cNvPr id="0" name=""/>
        <dsp:cNvSpPr/>
      </dsp:nvSpPr>
      <dsp:spPr>
        <a:xfrm>
          <a:off x="7302715" y="1653234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7432050" y="1653234"/>
        <a:ext cx="316154" cy="432555"/>
      </dsp:txXfrm>
    </dsp:sp>
    <dsp:sp modelId="{E5113190-F716-4B0E-B4B1-0B59D04D5E75}">
      <dsp:nvSpPr>
        <dsp:cNvPr id="0" name=""/>
        <dsp:cNvSpPr/>
      </dsp:nvSpPr>
      <dsp:spPr>
        <a:xfrm>
          <a:off x="7850097" y="2645666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7979432" y="2645666"/>
        <a:ext cx="316154" cy="432555"/>
      </dsp:txXfrm>
    </dsp:sp>
    <dsp:sp modelId="{5C531201-5C8F-4DC3-976A-CA44F7DF8A98}">
      <dsp:nvSpPr>
        <dsp:cNvPr id="0" name=""/>
        <dsp:cNvSpPr/>
      </dsp:nvSpPr>
      <dsp:spPr>
        <a:xfrm>
          <a:off x="8397479" y="3662663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8526814" y="3662663"/>
        <a:ext cx="316154" cy="43255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0EA39A-C087-4F87-AAB7-428D53B5BA4C}">
      <dsp:nvSpPr>
        <dsp:cNvPr id="0" name=""/>
        <dsp:cNvSpPr/>
      </dsp:nvSpPr>
      <dsp:spPr>
        <a:xfrm>
          <a:off x="0" y="0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de-DE" sz="2400" b="1" kern="1200" dirty="0"/>
            <a:t>Background &amp; Strategic Significance</a:t>
          </a:r>
          <a:endParaRPr lang="de-DE" sz="2400" kern="1200" dirty="0"/>
        </a:p>
      </dsp:txBody>
      <dsp:txXfrm>
        <a:off x="25902" y="25902"/>
        <a:ext cx="6272411" cy="832541"/>
      </dsp:txXfrm>
    </dsp:sp>
    <dsp:sp modelId="{2F7FB2DD-225B-4D96-80F2-CD7CD70CB405}">
      <dsp:nvSpPr>
        <dsp:cNvPr id="0" name=""/>
        <dsp:cNvSpPr/>
      </dsp:nvSpPr>
      <dsp:spPr>
        <a:xfrm>
          <a:off x="547381" y="1007170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b="1" kern="1200" dirty="0">
              <a:solidFill>
                <a:schemeClr val="accent4"/>
              </a:solidFill>
            </a:rPr>
            <a:t>Literature &amp; Theoretical Framework</a:t>
          </a:r>
          <a:endParaRPr lang="zh-CN" altLang="de-DE" sz="2600" kern="1200" dirty="0">
            <a:solidFill>
              <a:schemeClr val="accent4"/>
            </a:solidFill>
          </a:endParaRPr>
        </a:p>
      </dsp:txBody>
      <dsp:txXfrm>
        <a:off x="573283" y="1033072"/>
        <a:ext cx="6156147" cy="832541"/>
      </dsp:txXfrm>
    </dsp:sp>
    <dsp:sp modelId="{0F8AAC3C-401A-4744-A5DC-300A9C45709C}">
      <dsp:nvSpPr>
        <dsp:cNvPr id="0" name=""/>
        <dsp:cNvSpPr/>
      </dsp:nvSpPr>
      <dsp:spPr>
        <a:xfrm>
          <a:off x="1094763" y="2014341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b="1" kern="1200"/>
            <a:t>Pipeline &amp; Overall Architecture</a:t>
          </a:r>
          <a:endParaRPr lang="zh-CN" altLang="de-DE" sz="2600" kern="1200" dirty="0"/>
        </a:p>
      </dsp:txBody>
      <dsp:txXfrm>
        <a:off x="1120665" y="2040243"/>
        <a:ext cx="6156147" cy="832541"/>
      </dsp:txXfrm>
    </dsp:sp>
    <dsp:sp modelId="{BCB0A272-63ED-43B5-8CBA-2F9D801525C2}">
      <dsp:nvSpPr>
        <dsp:cNvPr id="0" name=""/>
        <dsp:cNvSpPr/>
      </dsp:nvSpPr>
      <dsp:spPr>
        <a:xfrm>
          <a:off x="1642145" y="3021512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b="1" kern="1200" dirty="0"/>
            <a:t>Current Progress &amp; Data Results</a:t>
          </a:r>
        </a:p>
      </dsp:txBody>
      <dsp:txXfrm>
        <a:off x="1668047" y="3047414"/>
        <a:ext cx="6156147" cy="832541"/>
      </dsp:txXfrm>
    </dsp:sp>
    <dsp:sp modelId="{8CECCCAB-C884-41EC-B838-CEDE4052FDE1}">
      <dsp:nvSpPr>
        <dsp:cNvPr id="0" name=""/>
        <dsp:cNvSpPr/>
      </dsp:nvSpPr>
      <dsp:spPr>
        <a:xfrm>
          <a:off x="2189527" y="4028683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600" b="1" kern="1200" dirty="0"/>
            <a:t>Follow-up work and expected results</a:t>
          </a:r>
          <a:endParaRPr lang="zh-CN" altLang="de-DE" sz="2600" b="1" kern="1200" dirty="0"/>
        </a:p>
      </dsp:txBody>
      <dsp:txXfrm>
        <a:off x="2215429" y="4054585"/>
        <a:ext cx="6156147" cy="832541"/>
      </dsp:txXfrm>
    </dsp:sp>
    <dsp:sp modelId="{683A9CEC-1D19-4626-9394-BF9010B78941}">
      <dsp:nvSpPr>
        <dsp:cNvPr id="0" name=""/>
        <dsp:cNvSpPr/>
      </dsp:nvSpPr>
      <dsp:spPr>
        <a:xfrm>
          <a:off x="6755333" y="646063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6884668" y="646063"/>
        <a:ext cx="316154" cy="432555"/>
      </dsp:txXfrm>
    </dsp:sp>
    <dsp:sp modelId="{B14DA5D2-4079-4234-A2C2-B75C80AB564D}">
      <dsp:nvSpPr>
        <dsp:cNvPr id="0" name=""/>
        <dsp:cNvSpPr/>
      </dsp:nvSpPr>
      <dsp:spPr>
        <a:xfrm>
          <a:off x="7302715" y="1653234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7432050" y="1653234"/>
        <a:ext cx="316154" cy="432555"/>
      </dsp:txXfrm>
    </dsp:sp>
    <dsp:sp modelId="{E5113190-F716-4B0E-B4B1-0B59D04D5E75}">
      <dsp:nvSpPr>
        <dsp:cNvPr id="0" name=""/>
        <dsp:cNvSpPr/>
      </dsp:nvSpPr>
      <dsp:spPr>
        <a:xfrm>
          <a:off x="7850097" y="2645666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7979432" y="2645666"/>
        <a:ext cx="316154" cy="432555"/>
      </dsp:txXfrm>
    </dsp:sp>
    <dsp:sp modelId="{5C531201-5C8F-4DC3-976A-CA44F7DF8A98}">
      <dsp:nvSpPr>
        <dsp:cNvPr id="0" name=""/>
        <dsp:cNvSpPr/>
      </dsp:nvSpPr>
      <dsp:spPr>
        <a:xfrm>
          <a:off x="8397479" y="3662663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8526814" y="3662663"/>
        <a:ext cx="316154" cy="43255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0EA39A-C087-4F87-AAB7-428D53B5BA4C}">
      <dsp:nvSpPr>
        <dsp:cNvPr id="0" name=""/>
        <dsp:cNvSpPr/>
      </dsp:nvSpPr>
      <dsp:spPr>
        <a:xfrm>
          <a:off x="0" y="0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de-DE" sz="2400" b="1" kern="1200" dirty="0"/>
            <a:t>Background &amp; Strategic Significance</a:t>
          </a:r>
          <a:endParaRPr lang="de-DE" sz="2400" kern="1200" dirty="0"/>
        </a:p>
      </dsp:txBody>
      <dsp:txXfrm>
        <a:off x="25902" y="25902"/>
        <a:ext cx="6272411" cy="832541"/>
      </dsp:txXfrm>
    </dsp:sp>
    <dsp:sp modelId="{2F7FB2DD-225B-4D96-80F2-CD7CD70CB405}">
      <dsp:nvSpPr>
        <dsp:cNvPr id="0" name=""/>
        <dsp:cNvSpPr/>
      </dsp:nvSpPr>
      <dsp:spPr>
        <a:xfrm>
          <a:off x="547381" y="1007170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b="1" kern="1200"/>
            <a:t>Literature &amp; Theoretical Framework</a:t>
          </a:r>
          <a:endParaRPr lang="zh-CN" altLang="de-DE" sz="2600" kern="1200" dirty="0"/>
        </a:p>
      </dsp:txBody>
      <dsp:txXfrm>
        <a:off x="573283" y="1033072"/>
        <a:ext cx="6156147" cy="832541"/>
      </dsp:txXfrm>
    </dsp:sp>
    <dsp:sp modelId="{0F8AAC3C-401A-4744-A5DC-300A9C45709C}">
      <dsp:nvSpPr>
        <dsp:cNvPr id="0" name=""/>
        <dsp:cNvSpPr/>
      </dsp:nvSpPr>
      <dsp:spPr>
        <a:xfrm>
          <a:off x="1094763" y="2014341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b="1" kern="1200" dirty="0">
              <a:solidFill>
                <a:schemeClr val="accent4"/>
              </a:solidFill>
            </a:rPr>
            <a:t>Pipeline &amp; Overall Architecture</a:t>
          </a:r>
          <a:endParaRPr lang="zh-CN" altLang="de-DE" sz="2600" kern="1200" dirty="0">
            <a:solidFill>
              <a:schemeClr val="accent4"/>
            </a:solidFill>
          </a:endParaRPr>
        </a:p>
      </dsp:txBody>
      <dsp:txXfrm>
        <a:off x="1120665" y="2040243"/>
        <a:ext cx="6156147" cy="832541"/>
      </dsp:txXfrm>
    </dsp:sp>
    <dsp:sp modelId="{BCB0A272-63ED-43B5-8CBA-2F9D801525C2}">
      <dsp:nvSpPr>
        <dsp:cNvPr id="0" name=""/>
        <dsp:cNvSpPr/>
      </dsp:nvSpPr>
      <dsp:spPr>
        <a:xfrm>
          <a:off x="1642145" y="3021512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b="1" kern="1200" dirty="0"/>
            <a:t>Current Progress &amp; Data Results</a:t>
          </a:r>
        </a:p>
      </dsp:txBody>
      <dsp:txXfrm>
        <a:off x="1668047" y="3047414"/>
        <a:ext cx="6156147" cy="832541"/>
      </dsp:txXfrm>
    </dsp:sp>
    <dsp:sp modelId="{8CECCCAB-C884-41EC-B838-CEDE4052FDE1}">
      <dsp:nvSpPr>
        <dsp:cNvPr id="0" name=""/>
        <dsp:cNvSpPr/>
      </dsp:nvSpPr>
      <dsp:spPr>
        <a:xfrm>
          <a:off x="2189527" y="4028683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600" b="1" kern="1200" dirty="0"/>
            <a:t>Follow-up work and expected results</a:t>
          </a:r>
          <a:endParaRPr lang="zh-CN" altLang="de-DE" sz="2600" b="1" kern="1200" dirty="0"/>
        </a:p>
      </dsp:txBody>
      <dsp:txXfrm>
        <a:off x="2215429" y="4054585"/>
        <a:ext cx="6156147" cy="832541"/>
      </dsp:txXfrm>
    </dsp:sp>
    <dsp:sp modelId="{683A9CEC-1D19-4626-9394-BF9010B78941}">
      <dsp:nvSpPr>
        <dsp:cNvPr id="0" name=""/>
        <dsp:cNvSpPr/>
      </dsp:nvSpPr>
      <dsp:spPr>
        <a:xfrm>
          <a:off x="6755333" y="646063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6884668" y="646063"/>
        <a:ext cx="316154" cy="432555"/>
      </dsp:txXfrm>
    </dsp:sp>
    <dsp:sp modelId="{B14DA5D2-4079-4234-A2C2-B75C80AB564D}">
      <dsp:nvSpPr>
        <dsp:cNvPr id="0" name=""/>
        <dsp:cNvSpPr/>
      </dsp:nvSpPr>
      <dsp:spPr>
        <a:xfrm>
          <a:off x="7302715" y="1653234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7432050" y="1653234"/>
        <a:ext cx="316154" cy="432555"/>
      </dsp:txXfrm>
    </dsp:sp>
    <dsp:sp modelId="{E5113190-F716-4B0E-B4B1-0B59D04D5E75}">
      <dsp:nvSpPr>
        <dsp:cNvPr id="0" name=""/>
        <dsp:cNvSpPr/>
      </dsp:nvSpPr>
      <dsp:spPr>
        <a:xfrm>
          <a:off x="7850097" y="2645666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7979432" y="2645666"/>
        <a:ext cx="316154" cy="432555"/>
      </dsp:txXfrm>
    </dsp:sp>
    <dsp:sp modelId="{5C531201-5C8F-4DC3-976A-CA44F7DF8A98}">
      <dsp:nvSpPr>
        <dsp:cNvPr id="0" name=""/>
        <dsp:cNvSpPr/>
      </dsp:nvSpPr>
      <dsp:spPr>
        <a:xfrm>
          <a:off x="8397479" y="3662663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8526814" y="3662663"/>
        <a:ext cx="316154" cy="432555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0EA39A-C087-4F87-AAB7-428D53B5BA4C}">
      <dsp:nvSpPr>
        <dsp:cNvPr id="0" name=""/>
        <dsp:cNvSpPr/>
      </dsp:nvSpPr>
      <dsp:spPr>
        <a:xfrm>
          <a:off x="0" y="0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de-DE" sz="2400" b="1" kern="1200" dirty="0"/>
            <a:t>Background &amp; Strategic Significance</a:t>
          </a:r>
          <a:endParaRPr lang="de-DE" sz="2400" kern="1200" dirty="0"/>
        </a:p>
      </dsp:txBody>
      <dsp:txXfrm>
        <a:off x="25902" y="25902"/>
        <a:ext cx="6272411" cy="832541"/>
      </dsp:txXfrm>
    </dsp:sp>
    <dsp:sp modelId="{2F7FB2DD-225B-4D96-80F2-CD7CD70CB405}">
      <dsp:nvSpPr>
        <dsp:cNvPr id="0" name=""/>
        <dsp:cNvSpPr/>
      </dsp:nvSpPr>
      <dsp:spPr>
        <a:xfrm>
          <a:off x="547381" y="1007170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b="1" kern="1200"/>
            <a:t>Literature &amp; Theoretical Framework</a:t>
          </a:r>
          <a:endParaRPr lang="zh-CN" altLang="de-DE" sz="2600" kern="1200" dirty="0"/>
        </a:p>
      </dsp:txBody>
      <dsp:txXfrm>
        <a:off x="573283" y="1033072"/>
        <a:ext cx="6156147" cy="832541"/>
      </dsp:txXfrm>
    </dsp:sp>
    <dsp:sp modelId="{0F8AAC3C-401A-4744-A5DC-300A9C45709C}">
      <dsp:nvSpPr>
        <dsp:cNvPr id="0" name=""/>
        <dsp:cNvSpPr/>
      </dsp:nvSpPr>
      <dsp:spPr>
        <a:xfrm>
          <a:off x="1094763" y="2014341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b="1" kern="1200" dirty="0"/>
            <a:t>Pipeline &amp; Overall Architecture</a:t>
          </a:r>
          <a:endParaRPr lang="zh-CN" altLang="de-DE" sz="2600" kern="1200" dirty="0"/>
        </a:p>
      </dsp:txBody>
      <dsp:txXfrm>
        <a:off x="1120665" y="2040243"/>
        <a:ext cx="6156147" cy="832541"/>
      </dsp:txXfrm>
    </dsp:sp>
    <dsp:sp modelId="{BCB0A272-63ED-43B5-8CBA-2F9D801525C2}">
      <dsp:nvSpPr>
        <dsp:cNvPr id="0" name=""/>
        <dsp:cNvSpPr/>
      </dsp:nvSpPr>
      <dsp:spPr>
        <a:xfrm>
          <a:off x="1642145" y="3021512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b="1" kern="1200" dirty="0">
              <a:solidFill>
                <a:schemeClr val="accent4"/>
              </a:solidFill>
            </a:rPr>
            <a:t>Current Progress &amp; Data Results</a:t>
          </a:r>
        </a:p>
      </dsp:txBody>
      <dsp:txXfrm>
        <a:off x="1668047" y="3047414"/>
        <a:ext cx="6156147" cy="832541"/>
      </dsp:txXfrm>
    </dsp:sp>
    <dsp:sp modelId="{8CECCCAB-C884-41EC-B838-CEDE4052FDE1}">
      <dsp:nvSpPr>
        <dsp:cNvPr id="0" name=""/>
        <dsp:cNvSpPr/>
      </dsp:nvSpPr>
      <dsp:spPr>
        <a:xfrm>
          <a:off x="2189527" y="4028683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600" b="1" kern="1200" dirty="0"/>
            <a:t>Follow-up work and expected results</a:t>
          </a:r>
          <a:endParaRPr lang="zh-CN" altLang="de-DE" sz="2600" b="1" kern="1200" dirty="0"/>
        </a:p>
      </dsp:txBody>
      <dsp:txXfrm>
        <a:off x="2215429" y="4054585"/>
        <a:ext cx="6156147" cy="832541"/>
      </dsp:txXfrm>
    </dsp:sp>
    <dsp:sp modelId="{683A9CEC-1D19-4626-9394-BF9010B78941}">
      <dsp:nvSpPr>
        <dsp:cNvPr id="0" name=""/>
        <dsp:cNvSpPr/>
      </dsp:nvSpPr>
      <dsp:spPr>
        <a:xfrm>
          <a:off x="6755333" y="646063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6884668" y="646063"/>
        <a:ext cx="316154" cy="432555"/>
      </dsp:txXfrm>
    </dsp:sp>
    <dsp:sp modelId="{B14DA5D2-4079-4234-A2C2-B75C80AB564D}">
      <dsp:nvSpPr>
        <dsp:cNvPr id="0" name=""/>
        <dsp:cNvSpPr/>
      </dsp:nvSpPr>
      <dsp:spPr>
        <a:xfrm>
          <a:off x="7302715" y="1653234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7432050" y="1653234"/>
        <a:ext cx="316154" cy="432555"/>
      </dsp:txXfrm>
    </dsp:sp>
    <dsp:sp modelId="{E5113190-F716-4B0E-B4B1-0B59D04D5E75}">
      <dsp:nvSpPr>
        <dsp:cNvPr id="0" name=""/>
        <dsp:cNvSpPr/>
      </dsp:nvSpPr>
      <dsp:spPr>
        <a:xfrm>
          <a:off x="7850097" y="2645666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7979432" y="2645666"/>
        <a:ext cx="316154" cy="432555"/>
      </dsp:txXfrm>
    </dsp:sp>
    <dsp:sp modelId="{5C531201-5C8F-4DC3-976A-CA44F7DF8A98}">
      <dsp:nvSpPr>
        <dsp:cNvPr id="0" name=""/>
        <dsp:cNvSpPr/>
      </dsp:nvSpPr>
      <dsp:spPr>
        <a:xfrm>
          <a:off x="8397479" y="3662663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8526814" y="3662663"/>
        <a:ext cx="316154" cy="43255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0EA39A-C087-4F87-AAB7-428D53B5BA4C}">
      <dsp:nvSpPr>
        <dsp:cNvPr id="0" name=""/>
        <dsp:cNvSpPr/>
      </dsp:nvSpPr>
      <dsp:spPr>
        <a:xfrm>
          <a:off x="0" y="0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de-DE" sz="2400" b="1" kern="1200" dirty="0"/>
            <a:t>Background &amp; Strategic Significance</a:t>
          </a:r>
          <a:endParaRPr lang="de-DE" sz="2400" kern="1200" dirty="0"/>
        </a:p>
      </dsp:txBody>
      <dsp:txXfrm>
        <a:off x="25902" y="25902"/>
        <a:ext cx="6272411" cy="832541"/>
      </dsp:txXfrm>
    </dsp:sp>
    <dsp:sp modelId="{2F7FB2DD-225B-4D96-80F2-CD7CD70CB405}">
      <dsp:nvSpPr>
        <dsp:cNvPr id="0" name=""/>
        <dsp:cNvSpPr/>
      </dsp:nvSpPr>
      <dsp:spPr>
        <a:xfrm>
          <a:off x="547381" y="1007170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b="1" kern="1200"/>
            <a:t>Literature &amp; Theoretical Framework</a:t>
          </a:r>
          <a:endParaRPr lang="zh-CN" altLang="de-DE" sz="2600" kern="1200" dirty="0"/>
        </a:p>
      </dsp:txBody>
      <dsp:txXfrm>
        <a:off x="573283" y="1033072"/>
        <a:ext cx="6156147" cy="832541"/>
      </dsp:txXfrm>
    </dsp:sp>
    <dsp:sp modelId="{0F8AAC3C-401A-4744-A5DC-300A9C45709C}">
      <dsp:nvSpPr>
        <dsp:cNvPr id="0" name=""/>
        <dsp:cNvSpPr/>
      </dsp:nvSpPr>
      <dsp:spPr>
        <a:xfrm>
          <a:off x="1094763" y="2014341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b="1" kern="1200"/>
            <a:t>Pipeline &amp; Overall Architecture</a:t>
          </a:r>
          <a:endParaRPr lang="zh-CN" altLang="de-DE" sz="2600" kern="1200" dirty="0"/>
        </a:p>
      </dsp:txBody>
      <dsp:txXfrm>
        <a:off x="1120665" y="2040243"/>
        <a:ext cx="6156147" cy="832541"/>
      </dsp:txXfrm>
    </dsp:sp>
    <dsp:sp modelId="{BCB0A272-63ED-43B5-8CBA-2F9D801525C2}">
      <dsp:nvSpPr>
        <dsp:cNvPr id="0" name=""/>
        <dsp:cNvSpPr/>
      </dsp:nvSpPr>
      <dsp:spPr>
        <a:xfrm>
          <a:off x="1642145" y="3021512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600" b="1" kern="1200" dirty="0"/>
            <a:t>Current Progress &amp; Data Results</a:t>
          </a:r>
        </a:p>
      </dsp:txBody>
      <dsp:txXfrm>
        <a:off x="1668047" y="3047414"/>
        <a:ext cx="6156147" cy="832541"/>
      </dsp:txXfrm>
    </dsp:sp>
    <dsp:sp modelId="{8CECCCAB-C884-41EC-B838-CEDE4052FDE1}">
      <dsp:nvSpPr>
        <dsp:cNvPr id="0" name=""/>
        <dsp:cNvSpPr/>
      </dsp:nvSpPr>
      <dsp:spPr>
        <a:xfrm>
          <a:off x="2189527" y="4028683"/>
          <a:ext cx="7330158" cy="88434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2600" b="1" kern="1200" dirty="0">
              <a:solidFill>
                <a:schemeClr val="accent4"/>
              </a:solidFill>
            </a:rPr>
            <a:t>Follow-up work and expected results</a:t>
          </a:r>
          <a:endParaRPr lang="zh-CN" altLang="de-DE" sz="2600" b="1" kern="1200" dirty="0">
            <a:solidFill>
              <a:schemeClr val="accent4"/>
            </a:solidFill>
          </a:endParaRPr>
        </a:p>
      </dsp:txBody>
      <dsp:txXfrm>
        <a:off x="2215429" y="4054585"/>
        <a:ext cx="6156147" cy="832541"/>
      </dsp:txXfrm>
    </dsp:sp>
    <dsp:sp modelId="{683A9CEC-1D19-4626-9394-BF9010B78941}">
      <dsp:nvSpPr>
        <dsp:cNvPr id="0" name=""/>
        <dsp:cNvSpPr/>
      </dsp:nvSpPr>
      <dsp:spPr>
        <a:xfrm>
          <a:off x="6755333" y="646063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6884668" y="646063"/>
        <a:ext cx="316154" cy="432555"/>
      </dsp:txXfrm>
    </dsp:sp>
    <dsp:sp modelId="{B14DA5D2-4079-4234-A2C2-B75C80AB564D}">
      <dsp:nvSpPr>
        <dsp:cNvPr id="0" name=""/>
        <dsp:cNvSpPr/>
      </dsp:nvSpPr>
      <dsp:spPr>
        <a:xfrm>
          <a:off x="7302715" y="1653234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7432050" y="1653234"/>
        <a:ext cx="316154" cy="432555"/>
      </dsp:txXfrm>
    </dsp:sp>
    <dsp:sp modelId="{E5113190-F716-4B0E-B4B1-0B59D04D5E75}">
      <dsp:nvSpPr>
        <dsp:cNvPr id="0" name=""/>
        <dsp:cNvSpPr/>
      </dsp:nvSpPr>
      <dsp:spPr>
        <a:xfrm>
          <a:off x="7850097" y="2645666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7979432" y="2645666"/>
        <a:ext cx="316154" cy="432555"/>
      </dsp:txXfrm>
    </dsp:sp>
    <dsp:sp modelId="{5C531201-5C8F-4DC3-976A-CA44F7DF8A98}">
      <dsp:nvSpPr>
        <dsp:cNvPr id="0" name=""/>
        <dsp:cNvSpPr/>
      </dsp:nvSpPr>
      <dsp:spPr>
        <a:xfrm>
          <a:off x="8397479" y="3662663"/>
          <a:ext cx="574824" cy="574824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700" kern="1200"/>
        </a:p>
      </dsp:txBody>
      <dsp:txXfrm>
        <a:off x="8526814" y="3662663"/>
        <a:ext cx="316154" cy="4325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294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497B89D5-5017-4396-A2CE-F1C12124EE0F}" type="datetimeFigureOut">
              <a:rPr lang="de-DE"/>
              <a:pPr>
                <a:defRPr/>
              </a:pPr>
              <a:t>25.06.2026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305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294" y="9429305"/>
            <a:ext cx="2945862" cy="497333"/>
          </a:xfrm>
          <a:prstGeom prst="rect">
            <a:avLst/>
          </a:prstGeom>
        </p:spPr>
        <p:txBody>
          <a:bodyPr vert="horz" wrap="square" lIns="88221" tIns="44111" rIns="88221" bIns="4411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48FB1AA-A6AA-4E9E-8BA1-59AC7FC9D727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1966642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294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+mn-lt"/>
              </a:defRPr>
            </a:lvl1pPr>
          </a:lstStyle>
          <a:p>
            <a:pPr>
              <a:defRPr/>
            </a:pPr>
            <a:fld id="{4EEC745E-66A0-4F49-903C-36561B63B5F1}" type="datetimeFigureOut">
              <a:rPr lang="de-DE"/>
              <a:pPr>
                <a:defRPr/>
              </a:pPr>
              <a:t>25.06.2026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21" tIns="44111" rIns="88221" bIns="44111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64" y="4777782"/>
            <a:ext cx="5438748" cy="3907834"/>
          </a:xfrm>
          <a:prstGeom prst="rect">
            <a:avLst/>
          </a:prstGeom>
        </p:spPr>
        <p:txBody>
          <a:bodyPr vert="horz" lIns="88221" tIns="44111" rIns="88221" bIns="44111" rtlCol="0"/>
          <a:lstStyle/>
          <a:p>
            <a:pPr lvl="0"/>
            <a:r>
              <a:rPr lang="de-DE" noProof="0" dirty="0"/>
              <a:t>Textmasterformat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305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294" y="9429305"/>
            <a:ext cx="2945862" cy="497333"/>
          </a:xfrm>
          <a:prstGeom prst="rect">
            <a:avLst/>
          </a:prstGeom>
        </p:spPr>
        <p:txBody>
          <a:bodyPr vert="horz" wrap="square" lIns="88221" tIns="44111" rIns="88221" bIns="44111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0DA392A4-A5B0-45A3-B126-38BB4DB33CBB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16796440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07128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20534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56714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359831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emf"/><Relationship Id="rId2" Type="http://schemas.openxmlformats.org/officeDocument/2006/relationships/tags" Target="../tags/tag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png"/><Relationship Id="rId11" Type="http://schemas.openxmlformats.org/officeDocument/2006/relationships/image" Target="../media/image7.jpeg"/><Relationship Id="rId5" Type="http://schemas.openxmlformats.org/officeDocument/2006/relationships/image" Target="../media/image1.emf"/><Relationship Id="rId10" Type="http://schemas.openxmlformats.org/officeDocument/2006/relationships/image" Target="../media/image6.jpeg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2.emf"/><Relationship Id="rId2" Type="http://schemas.openxmlformats.org/officeDocument/2006/relationships/tags" Target="../tags/tag4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3.png"/><Relationship Id="rId2" Type="http://schemas.openxmlformats.org/officeDocument/2006/relationships/tags" Target="../tags/tag6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.emf"/><Relationship Id="rId11" Type="http://schemas.openxmlformats.org/officeDocument/2006/relationships/image" Target="../media/image7.jpeg"/><Relationship Id="rId5" Type="http://schemas.openxmlformats.org/officeDocument/2006/relationships/image" Target="../media/image1.emf"/><Relationship Id="rId10" Type="http://schemas.openxmlformats.org/officeDocument/2006/relationships/image" Target="../media/image6.jpeg"/><Relationship Id="rId4" Type="http://schemas.openxmlformats.org/officeDocument/2006/relationships/oleObject" Target="../embeddings/oleObject5.bin"/><Relationship Id="rId9" Type="http://schemas.openxmlformats.org/officeDocument/2006/relationships/image" Target="../media/image5.jpe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10.jpg"/><Relationship Id="rId2" Type="http://schemas.openxmlformats.org/officeDocument/2006/relationships/tags" Target="../tags/tag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.emf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2.xml"/><Relationship Id="rId7" Type="http://schemas.openxmlformats.org/officeDocument/2006/relationships/image" Target="../media/image2.emf"/><Relationship Id="rId2" Type="http://schemas.openxmlformats.org/officeDocument/2006/relationships/tags" Target="../tags/tag8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8.jpe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kt 15" hidden="1">
            <a:extLst>
              <a:ext uri="{FF2B5EF4-FFF2-40B4-BE49-F238E27FC236}">
                <a16:creationId xmlns:a16="http://schemas.microsoft.com/office/drawing/2014/main" id="{AD307316-3F94-D67F-D973-5AE32D1434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222824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Grafik 19">
            <a:extLst>
              <a:ext uri="{FF2B5EF4-FFF2-40B4-BE49-F238E27FC236}">
                <a16:creationId xmlns:a16="http://schemas.microsoft.com/office/drawing/2014/main" id="{88708C0B-D6AC-9BED-61E7-9A367025B7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71531" y="-6889"/>
            <a:ext cx="2239901" cy="1902117"/>
          </a:xfrm>
          <a:prstGeom prst="rect">
            <a:avLst/>
          </a:prstGeom>
        </p:spPr>
      </p:pic>
      <p:sp>
        <p:nvSpPr>
          <p:cNvPr id="13" name="Untertitel 2"/>
          <p:cNvSpPr txBox="1">
            <a:spLocks/>
          </p:cNvSpPr>
          <p:nvPr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00" b="1" noProof="0" dirty="0">
                <a:solidFill>
                  <a:srgbClr val="00549F"/>
                </a:solidFill>
                <a:latin typeface="+mn-lt"/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rgbClr val="00549F"/>
              </a:solidFill>
              <a:latin typeface="+mn-lt"/>
            </a:endParaRPr>
          </a:p>
        </p:txBody>
      </p:sp>
      <p:sp>
        <p:nvSpPr>
          <p:cNvPr id="26" name="Title 1"/>
          <p:cNvSpPr>
            <a:spLocks noGrp="1"/>
          </p:cNvSpPr>
          <p:nvPr>
            <p:ph type="ctrTitle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7" name="Subtitle 2"/>
          <p:cNvSpPr>
            <a:spLocks noGrp="1"/>
          </p:cNvSpPr>
          <p:nvPr>
            <p:ph type="subTitle" idx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28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Dirk Uwe Sauer</a:t>
            </a:r>
            <a:endParaRPr lang="en-US" dirty="0"/>
          </a:p>
        </p:txBody>
      </p:sp>
      <p:sp>
        <p:nvSpPr>
          <p:cNvPr id="29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D7F12259-4066-44C3-AC08-F5ADAE7E0447}" type="datetime1">
              <a:rPr lang="de-DE" smtClean="0"/>
              <a:t>25.06.2026</a:t>
            </a:fld>
            <a:endParaRPr lang="de-DE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4DC99CFB-2F20-4630-E9C6-F44AEDF32AFC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pic>
        <p:nvPicPr>
          <p:cNvPr id="23" name="Grafik 22">
            <a:extLst>
              <a:ext uri="{FF2B5EF4-FFF2-40B4-BE49-F238E27FC236}">
                <a16:creationId xmlns:a16="http://schemas.microsoft.com/office/drawing/2014/main" id="{28FA4D97-39DA-9A01-61AF-D9262A53F369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21020" y="-6889"/>
            <a:ext cx="2798307" cy="1908213"/>
          </a:xfrm>
          <a:prstGeom prst="rect">
            <a:avLst/>
          </a:prstGeom>
        </p:spPr>
      </p:pic>
      <p:pic>
        <p:nvPicPr>
          <p:cNvPr id="24" name="Grafik 23">
            <a:extLst>
              <a:ext uri="{FF2B5EF4-FFF2-40B4-BE49-F238E27FC236}">
                <a16:creationId xmlns:a16="http://schemas.microsoft.com/office/drawing/2014/main" id="{F3CFB95F-A89D-3843-8CBA-C23BB654A6CC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7287" y="-6889"/>
            <a:ext cx="1436612" cy="190800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6E1F503F-FD34-9C0E-42EE-5D2F7B3E8E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13899" y="-6889"/>
            <a:ext cx="2491702" cy="1908000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0F1944B5-522B-EF1D-7AB7-135ECE4E84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60046" y="-6889"/>
            <a:ext cx="3321996" cy="1908000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0" y="1845525"/>
            <a:ext cx="12196800" cy="246221"/>
          </a:xfrm>
          <a:prstGeom prst="rect">
            <a:avLst/>
          </a:prstGeom>
          <a:solidFill>
            <a:srgbClr val="00549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dirty="0">
                <a:solidFill>
                  <a:schemeClr val="bg1"/>
                </a:solidFill>
              </a:rPr>
              <a:t>Alterung     •     Modelle     •     Diagnostik     •     Packdesign     •     Elektromobilität     •     Stationäre Energiespeicher     •     Energiesystemanalyse</a:t>
            </a:r>
          </a:p>
        </p:txBody>
      </p:sp>
    </p:spTree>
    <p:extLst>
      <p:ext uri="{BB962C8B-B14F-4D97-AF65-F5344CB8AC3E}">
        <p14:creationId xmlns:p14="http://schemas.microsoft.com/office/powerpoint/2010/main" val="461846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Vari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8AA73D90-A9F3-5BD3-A09A-BE1E720DE8A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4160879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0"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Grafik 1">
            <a:extLst>
              <a:ext uri="{FF2B5EF4-FFF2-40B4-BE49-F238E27FC236}">
                <a16:creationId xmlns:a16="http://schemas.microsoft.com/office/drawing/2014/main" id="{DC871C23-EF71-3D7F-1DAC-7460442F1B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88" y="0"/>
            <a:ext cx="12192000" cy="272415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3950" y="2725724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3950" y="4095749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1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5218350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Dirk Uwe Sauer</a:t>
            </a:r>
          </a:p>
        </p:txBody>
      </p:sp>
      <p:sp>
        <p:nvSpPr>
          <p:cNvPr id="12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913550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6D3069C6-0311-4A39-8CC1-DA405FE38D0C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14" name="Untertitel 2"/>
          <p:cNvSpPr txBox="1">
            <a:spLocks/>
          </p:cNvSpPr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00" b="1" noProof="0" dirty="0">
                <a:solidFill>
                  <a:srgbClr val="00549F"/>
                </a:solidFill>
                <a:latin typeface="+mn-lt"/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rgbClr val="00549F"/>
              </a:solidFill>
              <a:latin typeface="+mn-lt"/>
            </a:endParaRP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0FB60AFB-66AE-C17C-7AD7-ACE7A216C0E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677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hteck 3"/>
          <p:cNvSpPr/>
          <p:nvPr/>
        </p:nvSpPr>
        <p:spPr>
          <a:xfrm>
            <a:off x="6249086" y="2124077"/>
            <a:ext cx="5561876" cy="375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/>
          <p:cNvSpPr/>
          <p:nvPr/>
        </p:nvSpPr>
        <p:spPr>
          <a:xfrm>
            <a:off x="392649" y="2124076"/>
            <a:ext cx="5561876" cy="3756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383068" y="801688"/>
            <a:ext cx="11424279" cy="1004154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DE" dirty="0">
                <a:solidFill>
                  <a:srgbClr val="00549F"/>
                </a:solidFill>
              </a:rPr>
              <a:t>Vielen Dank</a:t>
            </a:r>
            <a:br>
              <a:rPr lang="de-DE" dirty="0">
                <a:solidFill>
                  <a:srgbClr val="00549F"/>
                </a:solidFill>
              </a:rPr>
            </a:br>
            <a:r>
              <a:rPr lang="de-DE" dirty="0">
                <a:solidFill>
                  <a:srgbClr val="00549F"/>
                </a:solidFill>
              </a:rPr>
              <a:t>für Ihre Aufmerksamkeit</a:t>
            </a:r>
            <a:endParaRPr lang="en-US" dirty="0">
              <a:solidFill>
                <a:srgbClr val="00549F"/>
              </a:solidFill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5573" y="4878751"/>
            <a:ext cx="952500" cy="952500"/>
          </a:xfrm>
          <a:prstGeom prst="rect">
            <a:avLst/>
          </a:prstGeom>
        </p:spPr>
      </p:pic>
      <p:sp>
        <p:nvSpPr>
          <p:cNvPr id="17" name="Textplatzhalter 3"/>
          <p:cNvSpPr txBox="1">
            <a:spLocks/>
          </p:cNvSpPr>
          <p:nvPr/>
        </p:nvSpPr>
        <p:spPr>
          <a:xfrm>
            <a:off x="392649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60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60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20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20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8000" indent="-215900" algn="l" defTabSz="2160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80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000" indent="-216000" algn="l" defTabSz="2160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40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000" indent="-2160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Kontakt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Lehrstuhl für Elektrochemische Energiewandlung</a:t>
            </a: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und Speichersystemtechnik</a:t>
            </a: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Univ.-Prof. Dr. </a:t>
            </a: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rer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nat. Dirk Uwe Sauer</a:t>
            </a: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RWTH Aachen University</a:t>
            </a: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Campus-Boulevard 89</a:t>
            </a: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52074 Aachen</a:t>
            </a: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GERMANY</a:t>
            </a: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www.isea.rwth-aachen.de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platzhalter 3"/>
          <p:cNvSpPr txBox="1">
            <a:spLocks/>
          </p:cNvSpPr>
          <p:nvPr/>
        </p:nvSpPr>
        <p:spPr>
          <a:xfrm>
            <a:off x="6245471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60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60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20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20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8000" indent="-215900" algn="l" defTabSz="2160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80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000" indent="-216000" algn="l" defTabSz="2160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40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000" indent="-2160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Wir danken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0" hasCustomPrompt="1"/>
          </p:nvPr>
        </p:nvSpPr>
        <p:spPr>
          <a:xfrm>
            <a:off x="392649" y="2828926"/>
            <a:ext cx="3886694" cy="733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baseline="0"/>
            </a:lvl1pPr>
          </a:lstStyle>
          <a:p>
            <a:pPr lvl="0"/>
            <a:r>
              <a:rPr lang="en-US" dirty="0"/>
              <a:t>Tel.: +49 241 80-XXXXX</a:t>
            </a:r>
            <a:br>
              <a:rPr lang="en-US" dirty="0"/>
            </a:br>
            <a:r>
              <a:rPr lang="en-US" dirty="0"/>
              <a:t>xxx@isea.rwth-aachen.de</a:t>
            </a:r>
            <a:br>
              <a:rPr lang="en-US" dirty="0"/>
            </a:br>
            <a:r>
              <a:rPr lang="en-US" dirty="0"/>
              <a:t>batteries@isea.rwth-aachen.de</a:t>
            </a:r>
          </a:p>
        </p:txBody>
      </p:sp>
      <p:sp>
        <p:nvSpPr>
          <p:cNvPr id="26" name="Bildplatzhalter 25"/>
          <p:cNvSpPr>
            <a:spLocks noGrp="1"/>
          </p:cNvSpPr>
          <p:nvPr>
            <p:ph type="pic" sz="quarter" idx="11" hasCustomPrompt="1"/>
          </p:nvPr>
        </p:nvSpPr>
        <p:spPr>
          <a:xfrm>
            <a:off x="4811297" y="2124075"/>
            <a:ext cx="1137452" cy="1462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de-DE" dirty="0"/>
              <a:t>Eigenes Foto durch Klicken hinzufügen</a:t>
            </a:r>
            <a:endParaRPr lang="en-US" dirty="0"/>
          </a:p>
        </p:txBody>
      </p:sp>
      <p:sp>
        <p:nvSpPr>
          <p:cNvPr id="28" name="Fußzeilenplatzhalter 27"/>
          <p:cNvSpPr>
            <a:spLocks noGrp="1"/>
          </p:cNvSpPr>
          <p:nvPr>
            <p:ph type="ftr" sz="quarter" idx="13"/>
          </p:nvPr>
        </p:nvSpPr>
        <p:spPr>
          <a:xfrm>
            <a:off x="392649" y="2570401"/>
            <a:ext cx="3886694" cy="334725"/>
          </a:xfrm>
        </p:spPr>
        <p:txBody>
          <a:bodyPr lIns="90000" tIns="90000" rIns="90000" bIns="90000"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Dirk Uwe Sauer</a:t>
            </a:r>
            <a:endParaRPr lang="en-US" dirty="0"/>
          </a:p>
        </p:txBody>
      </p:sp>
      <p:sp>
        <p:nvSpPr>
          <p:cNvPr id="31" name="Bildplatzhalter 30"/>
          <p:cNvSpPr>
            <a:spLocks noGrp="1"/>
          </p:cNvSpPr>
          <p:nvPr>
            <p:ph type="pic" sz="quarter" idx="14" hasCustomPrompt="1"/>
          </p:nvPr>
        </p:nvSpPr>
        <p:spPr>
          <a:xfrm>
            <a:off x="6361869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18" name="Bildplatzhalter 30"/>
          <p:cNvSpPr>
            <a:spLocks noGrp="1"/>
          </p:cNvSpPr>
          <p:nvPr>
            <p:ph type="pic" sz="quarter" idx="15" hasCustomPrompt="1"/>
          </p:nvPr>
        </p:nvSpPr>
        <p:spPr>
          <a:xfrm>
            <a:off x="9092013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19" name="Bildplatzhalter 30"/>
          <p:cNvSpPr>
            <a:spLocks noGrp="1"/>
          </p:cNvSpPr>
          <p:nvPr>
            <p:ph type="pic" sz="quarter" idx="16" hasCustomPrompt="1"/>
          </p:nvPr>
        </p:nvSpPr>
        <p:spPr>
          <a:xfrm>
            <a:off x="6361869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1" name="Bildplatzhalter 30"/>
          <p:cNvSpPr>
            <a:spLocks noGrp="1"/>
          </p:cNvSpPr>
          <p:nvPr>
            <p:ph type="pic" sz="quarter" idx="17" hasCustomPrompt="1"/>
          </p:nvPr>
        </p:nvSpPr>
        <p:spPr>
          <a:xfrm>
            <a:off x="9092013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cxnSp>
        <p:nvCxnSpPr>
          <p:cNvPr id="22" name="Gerader Verbinder 11"/>
          <p:cNvCxnSpPr/>
          <p:nvPr userDrawn="1"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B7A9C78E-FFB6-EF79-741D-9244DD08E83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779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383950" y="1151999"/>
            <a:ext cx="11422513" cy="4731276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000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Dirk Uwe Sauer</a:t>
            </a:r>
            <a:endParaRPr lang="en-US" dirty="0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6529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Inhaltsplatzhalter 2"/>
          <p:cNvSpPr>
            <a:spLocks noGrp="1"/>
          </p:cNvSpPr>
          <p:nvPr>
            <p:ph idx="1"/>
          </p:nvPr>
        </p:nvSpPr>
        <p:spPr>
          <a:xfrm>
            <a:off x="383950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000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Inhaltsplatzhalter 2"/>
          <p:cNvSpPr>
            <a:spLocks noGrp="1"/>
          </p:cNvSpPr>
          <p:nvPr>
            <p:ph idx="13"/>
          </p:nvPr>
        </p:nvSpPr>
        <p:spPr>
          <a:xfrm>
            <a:off x="6191194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000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l"/>
            <a:fld id="{E5AF013B-EAD8-4321-9A97-347E14C68B05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Dirk Uwe Sauer</a:t>
            </a:r>
            <a:endParaRPr lang="en-US" dirty="0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456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D3F884E6-7726-4AAA-A0CE-C180A27151DE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Dirk Uwe Sauer</a:t>
            </a:r>
            <a:endParaRPr lang="en-US" dirty="0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24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kt 22" hidden="1">
            <a:extLst>
              <a:ext uri="{FF2B5EF4-FFF2-40B4-BE49-F238E27FC236}">
                <a16:creationId xmlns:a16="http://schemas.microsoft.com/office/drawing/2014/main" id="{82E43DA6-6AC1-9462-BF8C-A82E0366A89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0756096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Grafik 23">
            <a:extLst>
              <a:ext uri="{FF2B5EF4-FFF2-40B4-BE49-F238E27FC236}">
                <a16:creationId xmlns:a16="http://schemas.microsoft.com/office/drawing/2014/main" id="{B32DBE17-1FC0-AB4B-95B0-6EFA7C1E699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sp>
        <p:nvSpPr>
          <p:cNvPr id="19" name="Untertitel 2"/>
          <p:cNvSpPr txBox="1">
            <a:spLocks/>
          </p:cNvSpPr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20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Dirk Uwe Sauer</a:t>
            </a:r>
            <a:endParaRPr lang="en-US" dirty="0"/>
          </a:p>
        </p:txBody>
      </p:sp>
      <p:sp>
        <p:nvSpPr>
          <p:cNvPr id="21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  <a:prstGeom prst="rect">
            <a:avLst/>
          </a:prstGeo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11769DE8-88E0-424A-87BD-6924D1146258}" type="datetime1">
              <a:rPr lang="de-DE" smtClean="0"/>
              <a:t>25.06.2026</a:t>
            </a:fld>
            <a:endParaRPr lang="de-DE" dirty="0"/>
          </a:p>
        </p:txBody>
      </p:sp>
      <p:pic>
        <p:nvPicPr>
          <p:cNvPr id="25" name="Grafik 24">
            <a:extLst>
              <a:ext uri="{FF2B5EF4-FFF2-40B4-BE49-F238E27FC236}">
                <a16:creationId xmlns:a16="http://schemas.microsoft.com/office/drawing/2014/main" id="{AA2B8F85-1C2F-429B-357B-4FB67D027C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71531" y="-6889"/>
            <a:ext cx="2239901" cy="1902117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24525F83-9971-BA94-7D3F-744B5F30ACF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-21020" y="-6889"/>
            <a:ext cx="2798307" cy="1908213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7294AE92-0AE3-89CA-C2AE-97D6097E745C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77287" y="-6889"/>
            <a:ext cx="1436612" cy="1908000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598C049B-1EB8-D191-76F1-BA20D60F4B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0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13899" y="-6889"/>
            <a:ext cx="2491702" cy="1908000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A427F757-A5F0-F6D8-392D-FFDE4FDBF3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1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660046" y="-6889"/>
            <a:ext cx="3321996" cy="1908000"/>
          </a:xfrm>
          <a:prstGeom prst="rect">
            <a:avLst/>
          </a:prstGeom>
        </p:spPr>
      </p:pic>
      <p:sp>
        <p:nvSpPr>
          <p:cNvPr id="28" name="Textfeld 27"/>
          <p:cNvSpPr txBox="1"/>
          <p:nvPr userDrawn="1"/>
        </p:nvSpPr>
        <p:spPr>
          <a:xfrm>
            <a:off x="0" y="1845525"/>
            <a:ext cx="12196800" cy="246221"/>
          </a:xfrm>
          <a:prstGeom prst="rect">
            <a:avLst/>
          </a:prstGeom>
          <a:solidFill>
            <a:srgbClr val="00549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chemeClr val="bg1"/>
                </a:solidFill>
              </a:rPr>
              <a:t>Ageing     •     Models     •     Diagnostics     •     Pack Design     •     </a:t>
            </a:r>
            <a:r>
              <a:rPr lang="en-US" sz="1000" noProof="0" dirty="0" err="1">
                <a:solidFill>
                  <a:schemeClr val="bg1"/>
                </a:solidFill>
              </a:rPr>
              <a:t>Electromobility</a:t>
            </a:r>
            <a:r>
              <a:rPr lang="en-US" sz="1000" noProof="0" dirty="0">
                <a:solidFill>
                  <a:schemeClr val="bg1"/>
                </a:solidFill>
              </a:rPr>
              <a:t>     •     Stationary Energy Storage     •     Energy System Analysis</a:t>
            </a:r>
          </a:p>
        </p:txBody>
      </p:sp>
    </p:spTree>
    <p:extLst>
      <p:ext uri="{BB962C8B-B14F-4D97-AF65-F5344CB8AC3E}">
        <p14:creationId xmlns:p14="http://schemas.microsoft.com/office/powerpoint/2010/main" val="3858532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kt 22" hidden="1">
            <a:extLst>
              <a:ext uri="{FF2B5EF4-FFF2-40B4-BE49-F238E27FC236}">
                <a16:creationId xmlns:a16="http://schemas.microsoft.com/office/drawing/2014/main" id="{82E43DA6-6AC1-9462-BF8C-A82E0366A89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9"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23" name="Objekt 22" hidden="1">
                        <a:extLst>
                          <a:ext uri="{FF2B5EF4-FFF2-40B4-BE49-F238E27FC236}">
                            <a16:creationId xmlns:a16="http://schemas.microsoft.com/office/drawing/2014/main" id="{82E43DA6-6AC1-9462-BF8C-A82E0366A89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Grafik 23">
            <a:extLst>
              <a:ext uri="{FF2B5EF4-FFF2-40B4-BE49-F238E27FC236}">
                <a16:creationId xmlns:a16="http://schemas.microsoft.com/office/drawing/2014/main" id="{B32DBE17-1FC0-AB4B-95B0-6EFA7C1E6992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sp>
        <p:nvSpPr>
          <p:cNvPr id="19" name="Untertitel 2"/>
          <p:cNvSpPr txBox="1">
            <a:spLocks/>
          </p:cNvSpPr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 hasCustomPrompt="1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20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Dirk Uwe Sauer</a:t>
            </a:r>
            <a:endParaRPr lang="en-US" dirty="0"/>
          </a:p>
        </p:txBody>
      </p:sp>
      <p:sp>
        <p:nvSpPr>
          <p:cNvPr id="21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  <a:prstGeom prst="rect">
            <a:avLst/>
          </a:prstGeo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11769DE8-88E0-424A-87BD-6924D1146258}" type="datetime1">
              <a:rPr lang="de-DE" smtClean="0"/>
              <a:t>25.06.2026</a:t>
            </a:fld>
            <a:endParaRPr lang="de-DE" dirty="0"/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4" b="31438"/>
          <a:stretch/>
        </p:blipFill>
        <p:spPr>
          <a:xfrm>
            <a:off x="0" y="0"/>
            <a:ext cx="12190413" cy="2768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9938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Vari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C3EDB484-2CE3-6C17-125C-BA42A2A3B8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13118174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2"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Untertitel 2"/>
          <p:cNvSpPr txBox="1">
            <a:spLocks/>
          </p:cNvSpPr>
          <p:nvPr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8BE732BF-45DE-7D5A-44D7-817BE92594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88" y="0"/>
            <a:ext cx="12192000" cy="272415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D5D779DE-3A3C-0111-74C8-682A0D8284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3950" y="2725724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04D60B6E-B296-5ECC-8210-452542903A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950" y="4095749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A11F7A1D-4159-1199-CB01-7609847A8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3950" y="5218350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Dirk Uwe Sauer</a:t>
            </a:r>
          </a:p>
        </p:txBody>
      </p:sp>
      <p:sp>
        <p:nvSpPr>
          <p:cNvPr id="8" name="Datumsplatzhalter 1">
            <a:extLst>
              <a:ext uri="{FF2B5EF4-FFF2-40B4-BE49-F238E27FC236}">
                <a16:creationId xmlns:a16="http://schemas.microsoft.com/office/drawing/2014/main" id="{A90B5ED5-559A-FC0F-F718-676A02DA7743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383950" y="4913550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6D3069C6-0311-4A39-8CC1-DA405FE38D0C}" type="datetime1">
              <a:rPr lang="de-DE" smtClean="0"/>
              <a:t>25.06.2026</a:t>
            </a:fld>
            <a:endParaRPr lang="de-DE" dirty="0"/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D686527B-99CF-A07F-F7C2-A9F2E7502B7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521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3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>
            <a:spLocks/>
          </p:cNvSpPr>
          <p:nvPr/>
        </p:nvSpPr>
        <p:spPr>
          <a:xfrm>
            <a:off x="383068" y="801688"/>
            <a:ext cx="11424279" cy="10795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noProof="0" dirty="0"/>
              <a:t>Thank you</a:t>
            </a:r>
            <a:br>
              <a:rPr lang="en-US" noProof="0" dirty="0"/>
            </a:br>
            <a:r>
              <a:rPr lang="en-US" noProof="0" dirty="0"/>
              <a:t>for your attention</a:t>
            </a:r>
          </a:p>
        </p:txBody>
      </p:sp>
      <p:cxnSp>
        <p:nvCxnSpPr>
          <p:cNvPr id="18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hteck 18"/>
          <p:cNvSpPr/>
          <p:nvPr/>
        </p:nvSpPr>
        <p:spPr>
          <a:xfrm>
            <a:off x="6249086" y="2124077"/>
            <a:ext cx="5561876" cy="375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/>
          <p:cNvSpPr/>
          <p:nvPr/>
        </p:nvSpPr>
        <p:spPr>
          <a:xfrm>
            <a:off x="392649" y="2124076"/>
            <a:ext cx="5561876" cy="3756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1" name="Grafik 2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5573" y="4878751"/>
            <a:ext cx="952500" cy="952500"/>
          </a:xfrm>
          <a:prstGeom prst="rect">
            <a:avLst/>
          </a:prstGeom>
        </p:spPr>
      </p:pic>
      <p:sp>
        <p:nvSpPr>
          <p:cNvPr id="22" name="Textplatzhalter 3"/>
          <p:cNvSpPr txBox="1">
            <a:spLocks/>
          </p:cNvSpPr>
          <p:nvPr/>
        </p:nvSpPr>
        <p:spPr>
          <a:xfrm>
            <a:off x="392649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60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60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20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20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8000" indent="-215900" algn="l" defTabSz="2160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80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000" indent="-216000" algn="l" defTabSz="2160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40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000" indent="-2160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Contact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Chair for Electrochemical Energy Conversion</a:t>
            </a: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 Storage Systems</a:t>
            </a: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Univ.-Prof. Dr.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nat. Dirk Uwe Sauer</a:t>
            </a: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RWTH Aachen University</a:t>
            </a: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Campus-Boulevard 89</a:t>
            </a: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52074 Aachen</a:t>
            </a: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GERMANY</a:t>
            </a: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www.isea.rwth-aachen.de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platzhalter 3"/>
          <p:cNvSpPr txBox="1">
            <a:spLocks/>
          </p:cNvSpPr>
          <p:nvPr/>
        </p:nvSpPr>
        <p:spPr>
          <a:xfrm>
            <a:off x="6245471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60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60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20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20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8000" indent="-215900" algn="l" defTabSz="2160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80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000" indent="-216000" algn="l" defTabSz="2160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40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000" indent="-2160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60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60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 thank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0" hasCustomPrompt="1"/>
          </p:nvPr>
        </p:nvSpPr>
        <p:spPr>
          <a:xfrm>
            <a:off x="392649" y="2828926"/>
            <a:ext cx="3886694" cy="733425"/>
          </a:xfrm>
          <a:prstGeom prst="rect">
            <a:avLst/>
          </a:prstGeom>
        </p:spPr>
        <p:txBody>
          <a:bodyPr/>
          <a:lstStyle>
            <a:lvl1pPr marL="0" marR="0" indent="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Arial" charset="0"/>
              <a:buNone/>
              <a:tabLst>
                <a:tab pos="215900" algn="l"/>
              </a:tabLst>
              <a:defRPr sz="1400" b="0" baseline="0"/>
            </a:lvl1pPr>
          </a:lstStyle>
          <a:p>
            <a:pPr lvl="0"/>
            <a:r>
              <a:rPr lang="de-DE" noProof="0" dirty="0"/>
              <a:t>Tel.: +49 241 80-XXXXX</a:t>
            </a:r>
            <a:br>
              <a:rPr lang="de-DE" noProof="0" dirty="0"/>
            </a:br>
            <a:r>
              <a:rPr lang="de-DE" noProof="0" dirty="0"/>
              <a:t>xxx@isea.rwth-aachen.de</a:t>
            </a:r>
            <a:br>
              <a:rPr lang="de-DE" noProof="0" dirty="0"/>
            </a:br>
            <a:r>
              <a:rPr lang="de-DE" noProof="0" dirty="0"/>
              <a:t>batteries@isea.rwth-aachen.de</a:t>
            </a:r>
          </a:p>
        </p:txBody>
      </p:sp>
      <p:sp>
        <p:nvSpPr>
          <p:cNvPr id="26" name="Fußzeilenplatzhalter 27"/>
          <p:cNvSpPr>
            <a:spLocks noGrp="1"/>
          </p:cNvSpPr>
          <p:nvPr>
            <p:ph type="ftr" sz="quarter" idx="13"/>
          </p:nvPr>
        </p:nvSpPr>
        <p:spPr>
          <a:xfrm>
            <a:off x="392649" y="2570401"/>
            <a:ext cx="3886694" cy="334725"/>
          </a:xfrm>
          <a:prstGeom prst="rect">
            <a:avLst/>
          </a:prstGeom>
        </p:spPr>
        <p:txBody>
          <a:bodyPr lIns="90000" tIns="90000" rIns="90000" bIns="90000"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Dirk Uwe Sauer</a:t>
            </a:r>
            <a:endParaRPr lang="en-US" dirty="0"/>
          </a:p>
        </p:txBody>
      </p:sp>
      <p:sp>
        <p:nvSpPr>
          <p:cNvPr id="17" name="Bildplatzhalter 25"/>
          <p:cNvSpPr>
            <a:spLocks noGrp="1"/>
          </p:cNvSpPr>
          <p:nvPr>
            <p:ph type="pic" sz="quarter" idx="11" hasCustomPrompt="1"/>
          </p:nvPr>
        </p:nvSpPr>
        <p:spPr>
          <a:xfrm>
            <a:off x="4811297" y="2124075"/>
            <a:ext cx="1137452" cy="1462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de-DE" dirty="0"/>
              <a:t>Eigenes Foto durch Klicken hinzufügen</a:t>
            </a:r>
            <a:endParaRPr lang="en-US" dirty="0"/>
          </a:p>
        </p:txBody>
      </p:sp>
      <p:sp>
        <p:nvSpPr>
          <p:cNvPr id="25" name="Bildplatzhalter 30"/>
          <p:cNvSpPr>
            <a:spLocks noGrp="1"/>
          </p:cNvSpPr>
          <p:nvPr>
            <p:ph type="pic" sz="quarter" idx="14" hasCustomPrompt="1"/>
          </p:nvPr>
        </p:nvSpPr>
        <p:spPr>
          <a:xfrm>
            <a:off x="6361869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7" name="Bildplatzhalter 30"/>
          <p:cNvSpPr>
            <a:spLocks noGrp="1"/>
          </p:cNvSpPr>
          <p:nvPr>
            <p:ph type="pic" sz="quarter" idx="15" hasCustomPrompt="1"/>
          </p:nvPr>
        </p:nvSpPr>
        <p:spPr>
          <a:xfrm>
            <a:off x="9092013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8" name="Bildplatzhalter 30"/>
          <p:cNvSpPr>
            <a:spLocks noGrp="1"/>
          </p:cNvSpPr>
          <p:nvPr>
            <p:ph type="pic" sz="quarter" idx="16" hasCustomPrompt="1"/>
          </p:nvPr>
        </p:nvSpPr>
        <p:spPr>
          <a:xfrm>
            <a:off x="6361869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9" name="Bildplatzhalter 30"/>
          <p:cNvSpPr>
            <a:spLocks noGrp="1"/>
          </p:cNvSpPr>
          <p:nvPr>
            <p:ph type="pic" sz="quarter" idx="17" hasCustomPrompt="1"/>
          </p:nvPr>
        </p:nvSpPr>
        <p:spPr>
          <a:xfrm>
            <a:off x="9092013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cxnSp>
        <p:nvCxnSpPr>
          <p:cNvPr id="30" name="Gerader Verbinder 11"/>
          <p:cNvCxnSpPr/>
          <p:nvPr userDrawn="1"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>
            <a:extLst>
              <a:ext uri="{FF2B5EF4-FFF2-40B4-BE49-F238E27FC236}">
                <a16:creationId xmlns:a16="http://schemas.microsoft.com/office/drawing/2014/main" id="{9D388EB2-BD7A-50B3-165B-BE2F2ECD83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566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7" name="Inhaltsplatzhalter 2"/>
          <p:cNvSpPr>
            <a:spLocks noGrp="1"/>
          </p:cNvSpPr>
          <p:nvPr>
            <p:ph idx="1"/>
          </p:nvPr>
        </p:nvSpPr>
        <p:spPr>
          <a:xfrm>
            <a:off x="383950" y="1151999"/>
            <a:ext cx="11422513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000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74486B41-BCE2-48B7-876C-2B3490450D97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Dirk Uwe Sauer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3715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0" name="Inhaltsplatzhalter 2"/>
          <p:cNvSpPr>
            <a:spLocks noGrp="1"/>
          </p:cNvSpPr>
          <p:nvPr>
            <p:ph idx="1"/>
          </p:nvPr>
        </p:nvSpPr>
        <p:spPr>
          <a:xfrm>
            <a:off x="383950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000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Inhaltsplatzhalter 2"/>
          <p:cNvSpPr>
            <a:spLocks noGrp="1"/>
          </p:cNvSpPr>
          <p:nvPr>
            <p:ph idx="13"/>
          </p:nvPr>
        </p:nvSpPr>
        <p:spPr>
          <a:xfrm>
            <a:off x="6191194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000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85D6FCC3-EE37-4749-9624-859AF44EE717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Dirk Uwe Sauer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05189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lt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E47FF345-F1B3-44B8-9B74-D6676F7F0EE5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Dirk Uwe Sauer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932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openxmlformats.org/officeDocument/2006/relationships/image" Target="../media/image2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0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oleObject" Target="../embeddings/oleObject4.bin"/><Relationship Id="rId5" Type="http://schemas.openxmlformats.org/officeDocument/2006/relationships/slideLayout" Target="../slideLayouts/slideLayout11.xml"/><Relationship Id="rId10" Type="http://schemas.openxmlformats.org/officeDocument/2006/relationships/tags" Target="../tags/tag5.xml"/><Relationship Id="rId4" Type="http://schemas.openxmlformats.org/officeDocument/2006/relationships/slideLayout" Target="../slideLayouts/slideLayout10.xml"/><Relationship Id="rId9" Type="http://schemas.openxmlformats.org/officeDocument/2006/relationships/vmlDrawing" Target="../drawings/vmlDrawing4.v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>
            <a:extLst>
              <a:ext uri="{FF2B5EF4-FFF2-40B4-BE49-F238E27FC236}">
                <a16:creationId xmlns:a16="http://schemas.microsoft.com/office/drawing/2014/main" id="{DF31D6FB-46A3-060B-CC19-E16CA508FD8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35262956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2" name="think-cell Folie" r:id="rId10" imgW="347" imgH="348" progId="TCLayout.ActiveDocument.1">
                  <p:embed/>
                </p:oleObj>
              </mc:Choice>
              <mc:Fallback>
                <p:oleObj name="think-cell Folie" r:id="rId10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Gerader Verbinder 10"/>
          <p:cNvCxnSpPr/>
          <p:nvPr/>
        </p:nvCxnSpPr>
        <p:spPr>
          <a:xfrm>
            <a:off x="383068" y="814388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umsplatzhalter 1"/>
          <p:cNvSpPr>
            <a:spLocks noGrp="1"/>
          </p:cNvSpPr>
          <p:nvPr>
            <p:ph type="dt" sz="half" idx="2"/>
          </p:nvPr>
        </p:nvSpPr>
        <p:spPr>
          <a:xfrm>
            <a:off x="935480" y="6361350"/>
            <a:ext cx="5668062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fld id="{D35072EC-9367-4D7B-8652-6A082F0A7E89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818425" y="6361350"/>
            <a:ext cx="4391428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n-US"/>
              <a:t>Dirk Uwe Sauer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383950" y="6361350"/>
            <a:ext cx="974273" cy="39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4D01E63C-D794-4429-8564-635E6253AC5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feld 4"/>
          <p:cNvSpPr txBox="1"/>
          <p:nvPr/>
        </p:nvSpPr>
        <p:spPr>
          <a:xfrm>
            <a:off x="1706633" y="6352041"/>
            <a:ext cx="3687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100" b="0" dirty="0">
                <a:solidFill>
                  <a:schemeClr val="tx2"/>
                </a:solidFill>
              </a:rPr>
              <a:t>|</a:t>
            </a:r>
            <a:endParaRPr lang="en-US" sz="1200" b="0" dirty="0">
              <a:solidFill>
                <a:schemeClr val="tx2"/>
              </a:solidFill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935242" y="6542541"/>
            <a:ext cx="691375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100" b="0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100" b="0" noProof="0" dirty="0">
              <a:solidFill>
                <a:schemeClr val="tx2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3C535DD4-8DE4-5751-A836-A2D8A6475543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079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>
            <a:extLst>
              <a:ext uri="{FF2B5EF4-FFF2-40B4-BE49-F238E27FC236}">
                <a16:creationId xmlns:a16="http://schemas.microsoft.com/office/drawing/2014/main" id="{3D8277B0-D6B3-EFC9-D82F-365DD94448B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363379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4" name="think-cell Folie" r:id="rId11" imgW="347" imgH="348" progId="TCLayout.ActiveDocument.1">
                  <p:embed/>
                </p:oleObj>
              </mc:Choice>
              <mc:Fallback>
                <p:oleObj name="think-cell Folie" r:id="rId11" imgW="347" imgH="348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>
            <a:extLst>
              <a:ext uri="{FF2B5EF4-FFF2-40B4-BE49-F238E27FC236}">
                <a16:creationId xmlns:a16="http://schemas.microsoft.com/office/drawing/2014/main" id="{8740CEE0-320A-1370-3758-A7C371B0CAA5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  <p:cxnSp>
        <p:nvCxnSpPr>
          <p:cNvPr id="11" name="Gerader Verbinder 10"/>
          <p:cNvCxnSpPr/>
          <p:nvPr/>
        </p:nvCxnSpPr>
        <p:spPr>
          <a:xfrm>
            <a:off x="383068" y="814388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umsplatzhalter 1"/>
          <p:cNvSpPr>
            <a:spLocks noGrp="1"/>
          </p:cNvSpPr>
          <p:nvPr>
            <p:ph type="dt" sz="half" idx="2"/>
          </p:nvPr>
        </p:nvSpPr>
        <p:spPr>
          <a:xfrm>
            <a:off x="935480" y="6361350"/>
            <a:ext cx="5668062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fld id="{C2CC8288-72D4-44E2-951D-741F8F954282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14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818425" y="6361350"/>
            <a:ext cx="4391428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n-US"/>
              <a:t>Dirk Uwe Sauer</a:t>
            </a:r>
            <a:endParaRPr lang="en-US" dirty="0"/>
          </a:p>
        </p:txBody>
      </p:sp>
      <p:sp>
        <p:nvSpPr>
          <p:cNvPr id="15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383950" y="6361350"/>
            <a:ext cx="974273" cy="39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4D01E63C-D794-4429-8564-635E6253AC5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6" name="Textfeld 15"/>
          <p:cNvSpPr txBox="1"/>
          <p:nvPr/>
        </p:nvSpPr>
        <p:spPr>
          <a:xfrm>
            <a:off x="1706633" y="6352041"/>
            <a:ext cx="3687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100" b="0" dirty="0">
                <a:solidFill>
                  <a:schemeClr val="tx2"/>
                </a:solidFill>
              </a:rPr>
              <a:t>|</a:t>
            </a:r>
            <a:endParaRPr lang="en-US" sz="1200" b="0" dirty="0">
              <a:solidFill>
                <a:schemeClr val="tx2"/>
              </a:solidFill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935242" y="6542541"/>
            <a:ext cx="691375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100" b="0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100" b="0" noProof="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398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8" r:id="rId1"/>
    <p:sldLayoutId id="2147483891" r:id="rId2"/>
    <p:sldLayoutId id="2147483879" r:id="rId3"/>
    <p:sldLayoutId id="2147483880" r:id="rId4"/>
    <p:sldLayoutId id="2147483881" r:id="rId5"/>
    <p:sldLayoutId id="2147483882" r:id="rId6"/>
    <p:sldLayoutId id="2147483883" r:id="rId7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124D5214-AF52-D402-D540-81F3159D4F9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67"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124D5214-AF52-D402-D540-81F3159D4F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Mid-term Report</a:t>
            </a:r>
            <a:r>
              <a:rPr lang="de-DE" altLang="zh-CN" dirty="0"/>
              <a:t>: Cross-Domain Transfer Learning for Lithium-Ion Battery Capacity Prediction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altLang="zh-CN" dirty="0" err="1"/>
              <a:t>Bridging</a:t>
            </a:r>
            <a:r>
              <a:rPr lang="de-DE" altLang="zh-CN" dirty="0"/>
              <a:t> </a:t>
            </a:r>
            <a:r>
              <a:rPr lang="de-DE" altLang="zh-CN" dirty="0" err="1"/>
              <a:t>the</a:t>
            </a:r>
            <a:r>
              <a:rPr lang="de-DE" altLang="zh-CN" dirty="0"/>
              <a:t> 6x C-rate Gap: </a:t>
            </a:r>
            <a:r>
              <a:rPr lang="de-DE" altLang="zh-CN" dirty="0" err="1"/>
              <a:t>Leveraging</a:t>
            </a:r>
            <a:r>
              <a:rPr lang="de-DE" altLang="zh-CN" dirty="0"/>
              <a:t> LFP </a:t>
            </a:r>
            <a:r>
              <a:rPr lang="de-DE" altLang="zh-CN" dirty="0" err="1"/>
              <a:t>Aging</a:t>
            </a:r>
            <a:r>
              <a:rPr lang="de-DE" altLang="zh-CN" dirty="0"/>
              <a:t> Patterns </a:t>
            </a:r>
            <a:r>
              <a:rPr lang="de-DE" altLang="zh-CN" dirty="0" err="1"/>
              <a:t>for</a:t>
            </a:r>
            <a:r>
              <a:rPr lang="de-DE" altLang="zh-CN" dirty="0"/>
              <a:t> High-Performance NCA Scenarios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 b="1" dirty="0"/>
              <a:t>Author:</a:t>
            </a:r>
            <a:r>
              <a:rPr lang="de-DE" altLang="zh-CN" dirty="0"/>
              <a:t> </a:t>
            </a:r>
            <a:r>
              <a:rPr lang="en-US" dirty="0"/>
              <a:t>Xujia Li</a:t>
            </a:r>
          </a:p>
          <a:p>
            <a:r>
              <a:rPr lang="de-DE" altLang="zh-CN" b="1" dirty="0"/>
              <a:t>Supervisor:</a:t>
            </a:r>
            <a:r>
              <a:rPr lang="de-DE" altLang="zh-CN" dirty="0"/>
              <a:t> </a:t>
            </a:r>
            <a:r>
              <a:rPr lang="de-DE" altLang="zh-CN" dirty="0" err="1"/>
              <a:t>Zijuan</a:t>
            </a:r>
            <a:r>
              <a:rPr lang="de-DE" altLang="zh-CN" dirty="0"/>
              <a:t> Hong, </a:t>
            </a:r>
            <a:r>
              <a:rPr lang="de-DE" altLang="zh-CN" dirty="0" err="1"/>
              <a:t>M.Sc</a:t>
            </a:r>
            <a:r>
              <a:rPr lang="de-DE" altLang="zh-CN" dirty="0"/>
              <a:t>.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2487E45-7793-4B53-BBF0-C67D558AFDEF}" type="datetime1">
              <a:rPr lang="de-DE" smtClean="0"/>
              <a:pPr/>
              <a:t>25.06.2026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09734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Outline</a:t>
            </a:r>
            <a:r>
              <a:rPr lang="de-DE" dirty="0"/>
              <a:t> 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4084A2BA-18D9-4A22-8CD6-9F6D945D94B6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32A29D86-44A2-49E9-877E-768977B585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92630647"/>
              </p:ext>
            </p:extLst>
          </p:nvPr>
        </p:nvGraphicFramePr>
        <p:xfrm>
          <a:off x="1358223" y="972485"/>
          <a:ext cx="9519686" cy="4913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7" name="Fußzeilenplatzhalter 4">
            <a:extLst>
              <a:ext uri="{FF2B5EF4-FFF2-40B4-BE49-F238E27FC236}">
                <a16:creationId xmlns:a16="http://schemas.microsoft.com/office/drawing/2014/main" id="{B6F59150-BEC9-4B2C-9685-7A8C542DD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8425" y="6361350"/>
            <a:ext cx="4391428" cy="524824"/>
          </a:xfrm>
        </p:spPr>
        <p:txBody>
          <a:bodyPr/>
          <a:lstStyle/>
          <a:p>
            <a:r>
              <a:rPr lang="en-US" dirty="0"/>
              <a:t>X</a:t>
            </a:r>
            <a:r>
              <a:rPr lang="de-DE" altLang="zh-CN" dirty="0"/>
              <a:t>ujia Li</a:t>
            </a:r>
          </a:p>
        </p:txBody>
      </p:sp>
    </p:spTree>
    <p:extLst>
      <p:ext uri="{BB962C8B-B14F-4D97-AF65-F5344CB8AC3E}">
        <p14:creationId xmlns:p14="http://schemas.microsoft.com/office/powerpoint/2010/main" val="3901817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altLang="zh-CN" dirty="0"/>
              <a:t>Project Schedule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4084A2BA-18D9-4A22-8CD6-9F6D945D94B6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Fußzeilenplatzhalter 4">
            <a:extLst>
              <a:ext uri="{FF2B5EF4-FFF2-40B4-BE49-F238E27FC236}">
                <a16:creationId xmlns:a16="http://schemas.microsoft.com/office/drawing/2014/main" id="{EADE04F9-8B2C-42B3-AD68-4B3C59AD3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8425" y="6361350"/>
            <a:ext cx="4391428" cy="524824"/>
          </a:xfrm>
        </p:spPr>
        <p:txBody>
          <a:bodyPr/>
          <a:lstStyle/>
          <a:p>
            <a:r>
              <a:rPr lang="en-US" dirty="0"/>
              <a:t>X</a:t>
            </a:r>
            <a:r>
              <a:rPr lang="de-DE" altLang="zh-CN" dirty="0"/>
              <a:t>ujia Li</a:t>
            </a:r>
          </a:p>
        </p:txBody>
      </p:sp>
    </p:spTree>
    <p:extLst>
      <p:ext uri="{BB962C8B-B14F-4D97-AF65-F5344CB8AC3E}">
        <p14:creationId xmlns:p14="http://schemas.microsoft.com/office/powerpoint/2010/main" val="803039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Outline</a:t>
            </a:r>
            <a:r>
              <a:rPr lang="de-DE" dirty="0"/>
              <a:t> 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7. Methodology Overview</a:t>
            </a:r>
            <a:r>
              <a:rPr lang="de-DE" dirty="0"/>
              <a:t> — </a:t>
            </a:r>
            <a:r>
              <a:rPr lang="zh-CN" altLang="de-DE" dirty="0"/>
              <a:t>你的方法总览</a:t>
            </a:r>
            <a:r>
              <a:rPr lang="de-DE" altLang="zh-CN" dirty="0"/>
              <a:t>(4</a:t>
            </a:r>
            <a:r>
              <a:rPr lang="zh-CN" altLang="de-DE" dirty="0"/>
              <a:t>模块管线图</a:t>
            </a:r>
            <a:r>
              <a:rPr lang="de-DE" altLang="zh-CN" dirty="0"/>
              <a:t>)</a:t>
            </a:r>
          </a:p>
          <a:p>
            <a:r>
              <a:rPr lang="de-DE" altLang="zh-CN" b="1" dirty="0"/>
              <a:t>8. </a:t>
            </a:r>
            <a:r>
              <a:rPr lang="de-DE" b="1" dirty="0"/>
              <a:t>Module 1-2: Dynamic 3C Extraction &amp; Peak Anchoring</a:t>
            </a:r>
            <a:r>
              <a:rPr lang="de-DE" dirty="0"/>
              <a:t> — </a:t>
            </a:r>
            <a:r>
              <a:rPr lang="zh-CN" altLang="de-DE" dirty="0"/>
              <a:t>动态</a:t>
            </a:r>
            <a:r>
              <a:rPr lang="de-DE" altLang="zh-CN" dirty="0"/>
              <a:t>3</a:t>
            </a:r>
            <a:r>
              <a:rPr lang="de-DE" dirty="0"/>
              <a:t>C</a:t>
            </a:r>
            <a:r>
              <a:rPr lang="zh-CN" altLang="de-DE" dirty="0"/>
              <a:t>剥离 </a:t>
            </a:r>
            <a:r>
              <a:rPr lang="de-DE" altLang="zh-CN" dirty="0"/>
              <a:t>+ </a:t>
            </a:r>
            <a:r>
              <a:rPr lang="el-GR" dirty="0"/>
              <a:t>Δ</a:t>
            </a:r>
            <a:r>
              <a:rPr lang="de-DE" dirty="0"/>
              <a:t>V</a:t>
            </a:r>
            <a:r>
              <a:rPr lang="zh-CN" altLang="de-DE" dirty="0"/>
              <a:t>峰锚定坐标</a:t>
            </a:r>
          </a:p>
          <a:p>
            <a:r>
              <a:rPr lang="de-DE" altLang="zh-CN" b="1" dirty="0"/>
              <a:t>9. </a:t>
            </a:r>
            <a:r>
              <a:rPr lang="de-DE" b="1" dirty="0"/>
              <a:t>Module 3-4: Feature Reconstruction &amp; PCHIP Labeling</a:t>
            </a:r>
            <a:r>
              <a:rPr lang="de-DE" dirty="0"/>
              <a:t> — 16×3+2</a:t>
            </a:r>
            <a:r>
              <a:rPr lang="zh-CN" altLang="de-DE" dirty="0"/>
              <a:t>特征 </a:t>
            </a:r>
            <a:r>
              <a:rPr lang="de-DE" altLang="zh-CN" dirty="0"/>
              <a:t>+ </a:t>
            </a:r>
            <a:r>
              <a:rPr lang="de-DE" dirty="0"/>
              <a:t>PCHIP</a:t>
            </a:r>
            <a:r>
              <a:rPr lang="zh-CN" altLang="de-DE" dirty="0"/>
              <a:t>单调标签</a:t>
            </a:r>
          </a:p>
          <a:p>
            <a:r>
              <a:rPr lang="de-DE" altLang="zh-CN" b="1" dirty="0"/>
              <a:t>10. </a:t>
            </a:r>
            <a:r>
              <a:rPr lang="de-DE" b="1" dirty="0"/>
              <a:t>Key Finding: Peak Anchoring Works</a:t>
            </a:r>
            <a:r>
              <a:rPr lang="de-DE" dirty="0"/>
              <a:t> — IC</a:t>
            </a:r>
            <a:r>
              <a:rPr lang="zh-CN" altLang="de-DE" dirty="0"/>
              <a:t>峰图</a:t>
            </a:r>
            <a:r>
              <a:rPr lang="de-DE" altLang="zh-CN" dirty="0"/>
              <a:t>(</a:t>
            </a:r>
            <a:r>
              <a:rPr lang="zh-CN" altLang="de-DE" dirty="0"/>
              <a:t>你那张早中晚期</a:t>
            </a:r>
            <a:r>
              <a:rPr lang="de-DE" altLang="zh-CN" dirty="0"/>
              <a:t>)</a:t>
            </a:r>
            <a:r>
              <a:rPr lang="zh-CN" altLang="de-DE" dirty="0"/>
              <a:t>、</a:t>
            </a:r>
            <a:r>
              <a:rPr lang="de-DE" dirty="0"/>
              <a:t>IC_8</a:t>
            </a:r>
            <a:r>
              <a:rPr lang="zh-CN" altLang="de-DE" dirty="0"/>
              <a:t>相关性</a:t>
            </a:r>
            <a:r>
              <a:rPr lang="de-DE" altLang="zh-CN" dirty="0"/>
              <a:t>0.96</a:t>
            </a:r>
            <a:r>
              <a:rPr lang="zh-CN" altLang="de-DE" dirty="0"/>
              <a:t>、跨工况锚定率</a:t>
            </a:r>
          </a:p>
          <a:p>
            <a:r>
              <a:rPr lang="de-DE" altLang="zh-CN" b="1" dirty="0"/>
              <a:t>11. </a:t>
            </a:r>
            <a:r>
              <a:rPr lang="de-DE" b="1" dirty="0"/>
              <a:t>EFC Alignment</a:t>
            </a:r>
            <a:r>
              <a:rPr lang="de-DE" dirty="0"/>
              <a:t> — </a:t>
            </a:r>
            <a:r>
              <a:rPr lang="zh-CN" altLang="de-DE" dirty="0"/>
              <a:t>用等效满循环对齐不同</a:t>
            </a:r>
            <a:r>
              <a:rPr lang="de-DE" dirty="0"/>
              <a:t>DOD(</a:t>
            </a:r>
            <a:r>
              <a:rPr lang="zh-CN" altLang="de-DE" dirty="0"/>
              <a:t>你的核心创新点</a:t>
            </a:r>
            <a:r>
              <a:rPr lang="de-DE" altLang="zh-CN" dirty="0"/>
              <a:t>)</a:t>
            </a:r>
          </a:p>
          <a:p>
            <a:r>
              <a:rPr lang="de-DE" altLang="zh-CN" b="1" dirty="0"/>
              <a:t>12. </a:t>
            </a:r>
            <a:r>
              <a:rPr lang="de-DE" b="1" dirty="0"/>
              <a:t>Two-Stage Model</a:t>
            </a:r>
            <a:r>
              <a:rPr lang="de-DE" dirty="0"/>
              <a:t> — CNN</a:t>
            </a:r>
            <a:r>
              <a:rPr lang="zh-CN" altLang="de-DE" dirty="0"/>
              <a:t>编码器</a:t>
            </a:r>
            <a:r>
              <a:rPr lang="de-DE" altLang="zh-CN" dirty="0"/>
              <a:t>(</a:t>
            </a:r>
            <a:r>
              <a:rPr lang="de-DE" dirty="0"/>
              <a:t>SOH</a:t>
            </a:r>
            <a:r>
              <a:rPr lang="zh-CN" altLang="de-DE" dirty="0"/>
              <a:t>估计预训练</a:t>
            </a:r>
            <a:r>
              <a:rPr lang="de-DE" altLang="zh-CN" dirty="0"/>
              <a:t>)+ </a:t>
            </a:r>
            <a:r>
              <a:rPr lang="de-DE" dirty="0"/>
              <a:t>CNN-LSTM(</a:t>
            </a:r>
            <a:r>
              <a:rPr lang="zh-CN" altLang="de-DE" dirty="0"/>
              <a:t>早期→寿命</a:t>
            </a:r>
            <a:r>
              <a:rPr lang="de-DE" altLang="zh-CN" dirty="0"/>
              <a:t>)</a:t>
            </a:r>
          </a:p>
          <a:p>
            <a:r>
              <a:rPr lang="de-DE" altLang="zh-CN" b="1" dirty="0"/>
              <a:t>13. </a:t>
            </a:r>
            <a:r>
              <a:rPr lang="de-DE" b="1" dirty="0"/>
              <a:t>Transfer Strategy</a:t>
            </a:r>
            <a:r>
              <a:rPr lang="de-DE" dirty="0"/>
              <a:t> — LFP→NCA:</a:t>
            </a:r>
            <a:r>
              <a:rPr lang="zh-CN" altLang="de-DE" dirty="0"/>
              <a:t>预训练</a:t>
            </a:r>
            <a:r>
              <a:rPr lang="de-DE" altLang="zh-CN" dirty="0"/>
              <a:t>+</a:t>
            </a:r>
            <a:r>
              <a:rPr lang="zh-CN" altLang="de-DE" dirty="0"/>
              <a:t>渐进式微调</a:t>
            </a:r>
          </a:p>
          <a:p>
            <a:r>
              <a:rPr lang="de-DE" altLang="zh-CN" b="1" dirty="0"/>
              <a:t>14. </a:t>
            </a:r>
            <a:r>
              <a:rPr lang="de-DE" b="1" dirty="0"/>
              <a:t>Progress So Far</a:t>
            </a:r>
            <a:r>
              <a:rPr lang="de-DE" dirty="0"/>
              <a:t> — </a:t>
            </a:r>
            <a:r>
              <a:rPr lang="zh-CN" altLang="de-DE" dirty="0"/>
              <a:t>已完成</a:t>
            </a:r>
            <a:r>
              <a:rPr lang="de-DE" altLang="zh-CN" dirty="0"/>
              <a:t>:286</a:t>
            </a:r>
            <a:r>
              <a:rPr lang="zh-CN" altLang="de-DE" dirty="0"/>
              <a:t>块电池数据管线、峰锚定验证、特征有效性</a:t>
            </a:r>
          </a:p>
          <a:p>
            <a:r>
              <a:rPr lang="de-DE" altLang="zh-CN" b="1" dirty="0"/>
              <a:t>15. </a:t>
            </a:r>
            <a:r>
              <a:rPr lang="de-DE" b="1" dirty="0"/>
              <a:t>Future Work &amp; Timeline</a:t>
            </a:r>
            <a:r>
              <a:rPr lang="de-DE" dirty="0"/>
              <a:t> — </a:t>
            </a:r>
            <a:r>
              <a:rPr lang="zh-CN" altLang="de-DE" dirty="0"/>
              <a:t>未来</a:t>
            </a:r>
            <a:r>
              <a:rPr lang="de-DE" altLang="zh-CN" dirty="0"/>
              <a:t>:</a:t>
            </a:r>
            <a:r>
              <a:rPr lang="zh-CN" altLang="de-DE" dirty="0"/>
              <a:t>全量训练、曲线预测、</a:t>
            </a:r>
            <a:r>
              <a:rPr lang="de-DE" dirty="0"/>
              <a:t>NCA</a:t>
            </a:r>
            <a:r>
              <a:rPr lang="zh-CN" altLang="de-DE" dirty="0"/>
              <a:t>迁移</a:t>
            </a:r>
            <a:r>
              <a:rPr lang="de-DE" altLang="zh-CN" dirty="0"/>
              <a:t>(</a:t>
            </a:r>
            <a:r>
              <a:rPr lang="zh-CN" altLang="de-DE" dirty="0"/>
              <a:t>放</a:t>
            </a:r>
            <a:r>
              <a:rPr lang="de-DE" dirty="0"/>
              <a:t>Gantt</a:t>
            </a:r>
            <a:r>
              <a:rPr lang="zh-CN" altLang="de-DE" dirty="0"/>
              <a:t>图</a:t>
            </a:r>
            <a:r>
              <a:rPr lang="de-DE" altLang="zh-CN" dirty="0"/>
              <a:t>)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4084A2BA-18D9-4A22-8CD6-9F6D945D94B6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687FF144-FC83-461E-98B0-1BC809218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8425" y="6361350"/>
            <a:ext cx="4391428" cy="524824"/>
          </a:xfrm>
        </p:spPr>
        <p:txBody>
          <a:bodyPr/>
          <a:lstStyle/>
          <a:p>
            <a:r>
              <a:rPr lang="en-US" dirty="0"/>
              <a:t>X</a:t>
            </a:r>
            <a:r>
              <a:rPr lang="de-DE" altLang="zh-CN" dirty="0"/>
              <a:t>ujia Li</a:t>
            </a:r>
          </a:p>
        </p:txBody>
      </p:sp>
    </p:spTree>
    <p:extLst>
      <p:ext uri="{BB962C8B-B14F-4D97-AF65-F5344CB8AC3E}">
        <p14:creationId xmlns:p14="http://schemas.microsoft.com/office/powerpoint/2010/main" val="9813109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Outline</a:t>
            </a:r>
            <a:r>
              <a:rPr lang="de-DE" dirty="0"/>
              <a:t> 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4084A2BA-18D9-4A22-8CD6-9F6D945D94B6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32A29D86-44A2-49E9-877E-768977B585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14507274"/>
              </p:ext>
            </p:extLst>
          </p:nvPr>
        </p:nvGraphicFramePr>
        <p:xfrm>
          <a:off x="1358223" y="972485"/>
          <a:ext cx="9519686" cy="4913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33635117-4A72-4D7D-B138-FD9C7A439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8425" y="6361350"/>
            <a:ext cx="4391428" cy="524824"/>
          </a:xfrm>
        </p:spPr>
        <p:txBody>
          <a:bodyPr/>
          <a:lstStyle/>
          <a:p>
            <a:r>
              <a:rPr lang="en-US" dirty="0"/>
              <a:t>X</a:t>
            </a:r>
            <a:r>
              <a:rPr lang="de-DE" altLang="zh-CN" dirty="0"/>
              <a:t>ujia Li</a:t>
            </a:r>
          </a:p>
        </p:txBody>
      </p:sp>
    </p:spTree>
    <p:extLst>
      <p:ext uri="{BB962C8B-B14F-4D97-AF65-F5344CB8AC3E}">
        <p14:creationId xmlns:p14="http://schemas.microsoft.com/office/powerpoint/2010/main" val="33575902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sz="2400" b="1" dirty="0"/>
              <a:t>Background &amp; Strategic Significance</a:t>
            </a:r>
            <a:r>
              <a:rPr lang="zh-CN" altLang="de-DE" sz="2400" b="1" dirty="0"/>
              <a:t>待修改</a:t>
            </a:r>
            <a:endParaRPr lang="de-DE" sz="24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altLang="zh-CN" b="1" dirty="0"/>
              <a:t>1. </a:t>
            </a:r>
            <a:r>
              <a:rPr lang="de-DE" b="1" dirty="0"/>
              <a:t>Industry Bottleneck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High Data Dependency:</a:t>
            </a:r>
            <a:r>
              <a:rPr lang="de-DE" dirty="0"/>
              <a:t> Traditional Deep Learning SOH models require massive, full-lifecycle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Prohibitive Time Costs:</a:t>
            </a:r>
            <a:r>
              <a:rPr lang="de-DE" dirty="0"/>
              <a:t> Testing new battery chemistries (e.g., NCA) takes months, driving up R&amp;D expenses.</a:t>
            </a:r>
          </a:p>
          <a:p>
            <a:pPr>
              <a:buFont typeface="Arial" panose="020B0604020202020204" pitchFamily="34" charset="0"/>
              <a:buChar char="•"/>
            </a:pPr>
            <a:endParaRPr lang="de-DE" dirty="0"/>
          </a:p>
          <a:p>
            <a:pPr>
              <a:buFont typeface="Arial" panose="020B0604020202020204" pitchFamily="34" charset="0"/>
              <a:buChar char="•"/>
            </a:pPr>
            <a:endParaRPr lang="de-DE" dirty="0"/>
          </a:p>
          <a:p>
            <a:r>
              <a:rPr lang="de-DE" b="1" dirty="0"/>
              <a:t>2. Cross-Domain Challenge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Domain Shift:</a:t>
            </a:r>
            <a:r>
              <a:rPr lang="de-DE" dirty="0"/>
              <a:t> LFP (flat plateau) vs. NCA (sloping profile).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Condition Gap:</a:t>
            </a:r>
            <a:r>
              <a:rPr lang="de-DE" dirty="0"/>
              <a:t> 3C (high polarization) vs. 0.5C (mild).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Model Failure:</a:t>
            </a:r>
            <a:r>
              <a:rPr lang="de-DE" dirty="0"/>
              <a:t> Traditional pure data-driven models fail catastrophically across different chemistries and C-rates.</a:t>
            </a:r>
          </a:p>
          <a:p>
            <a:endParaRPr lang="zh-CN" alt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4CCFED05-7B6D-4154-8011-AF1A8924E239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9" name="Fußzeilenplatzhalter 4">
            <a:extLst>
              <a:ext uri="{FF2B5EF4-FFF2-40B4-BE49-F238E27FC236}">
                <a16:creationId xmlns:a16="http://schemas.microsoft.com/office/drawing/2014/main" id="{49ACC4DF-7123-4DB8-AAFE-31AC5955F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8425" y="6361350"/>
            <a:ext cx="4391428" cy="524824"/>
          </a:xfrm>
        </p:spPr>
        <p:txBody>
          <a:bodyPr/>
          <a:lstStyle/>
          <a:p>
            <a:r>
              <a:rPr lang="en-US" dirty="0"/>
              <a:t>X</a:t>
            </a:r>
            <a:r>
              <a:rPr lang="de-DE" altLang="zh-CN" dirty="0"/>
              <a:t>ujia Li</a:t>
            </a:r>
          </a:p>
        </p:txBody>
      </p:sp>
    </p:spTree>
    <p:extLst>
      <p:ext uri="{BB962C8B-B14F-4D97-AF65-F5344CB8AC3E}">
        <p14:creationId xmlns:p14="http://schemas.microsoft.com/office/powerpoint/2010/main" val="3486903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sz="2400" b="1" dirty="0"/>
              <a:t>Background &amp; Strategic Significance</a:t>
            </a:r>
            <a:endParaRPr lang="de-DE" sz="24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altLang="zh-CN" b="1" dirty="0"/>
              <a:t>3. </a:t>
            </a:r>
            <a:r>
              <a:rPr lang="de-DE" b="1" dirty="0"/>
              <a:t>Our Solution: Physics-Informed Transfer Learning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Universal Physics:</a:t>
            </a:r>
            <a:r>
              <a:rPr lang="de-DE" dirty="0"/>
              <a:t> Anchor on Incremental Capacity (IC) peak deformation (Loss of Active Material, LAM).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CNN-LSTM Architecture:</a:t>
            </a:r>
            <a:r>
              <a:rPr lang="de-DE" dirty="0"/>
              <a:t> * </a:t>
            </a:r>
            <a:r>
              <a:rPr lang="de-DE" i="1" dirty="0"/>
              <a:t>Pre-train</a:t>
            </a:r>
            <a:r>
              <a:rPr lang="de-DE" dirty="0"/>
              <a:t> on abundant LFP (3C)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i="1" dirty="0"/>
              <a:t>Fine-tune</a:t>
            </a:r>
            <a:r>
              <a:rPr lang="de-DE" dirty="0"/>
              <a:t> on sparse NCA (0.5C)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de-DE" dirty="0"/>
          </a:p>
          <a:p>
            <a:r>
              <a:rPr lang="de-DE" b="1" dirty="0"/>
              <a:t>4. Strategic Impact (Vision)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Solves "Cold Start":</a:t>
            </a:r>
            <a:r>
              <a:rPr lang="de-DE" dirty="0"/>
              <a:t> Effectively decouples aging signatures from operating condition noise.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Few-Shot Prediction:</a:t>
            </a:r>
            <a:r>
              <a:rPr lang="de-DE" dirty="0"/>
              <a:t> Predicts the full lifespan of </a:t>
            </a:r>
            <a:r>
              <a:rPr lang="de-DE" i="1" dirty="0"/>
              <a:t>new</a:t>
            </a:r>
            <a:r>
              <a:rPr lang="de-DE" dirty="0"/>
              <a:t> battery materials using only </a:t>
            </a:r>
            <a:r>
              <a:rPr lang="de-DE" i="1" dirty="0"/>
              <a:t>early-cycle</a:t>
            </a:r>
            <a:r>
              <a:rPr lang="de-DE" dirty="0"/>
              <a:t> data.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C8BB9C03-40EB-46A0-8C70-4CC4E2C3404C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2" name="Fußzeilenplatzhalter 4">
            <a:extLst>
              <a:ext uri="{FF2B5EF4-FFF2-40B4-BE49-F238E27FC236}">
                <a16:creationId xmlns:a16="http://schemas.microsoft.com/office/drawing/2014/main" id="{320E2813-19FD-458D-AD46-3A3868C0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8425" y="6361350"/>
            <a:ext cx="4391428" cy="524824"/>
          </a:xfrm>
        </p:spPr>
        <p:txBody>
          <a:bodyPr/>
          <a:lstStyle/>
          <a:p>
            <a:r>
              <a:rPr lang="en-US" dirty="0"/>
              <a:t>X</a:t>
            </a:r>
            <a:r>
              <a:rPr lang="de-DE" altLang="zh-CN" dirty="0"/>
              <a:t>ujia Li</a:t>
            </a:r>
          </a:p>
        </p:txBody>
      </p:sp>
    </p:spTree>
    <p:extLst>
      <p:ext uri="{BB962C8B-B14F-4D97-AF65-F5344CB8AC3E}">
        <p14:creationId xmlns:p14="http://schemas.microsoft.com/office/powerpoint/2010/main" val="40900586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Outline</a:t>
            </a:r>
            <a:r>
              <a:rPr lang="de-DE" dirty="0"/>
              <a:t> 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4084A2BA-18D9-4A22-8CD6-9F6D945D94B6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32A29D86-44A2-49E9-877E-768977B585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6181250"/>
              </p:ext>
            </p:extLst>
          </p:nvPr>
        </p:nvGraphicFramePr>
        <p:xfrm>
          <a:off x="1358223" y="972485"/>
          <a:ext cx="9519686" cy="4913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0711E3B0-FE44-45A7-A5B2-A05D14EB81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8425" y="6361350"/>
            <a:ext cx="4391428" cy="524824"/>
          </a:xfrm>
        </p:spPr>
        <p:txBody>
          <a:bodyPr/>
          <a:lstStyle/>
          <a:p>
            <a:r>
              <a:rPr lang="en-US" dirty="0"/>
              <a:t>X</a:t>
            </a:r>
            <a:r>
              <a:rPr lang="de-DE" altLang="zh-CN" dirty="0"/>
              <a:t>ujia Li</a:t>
            </a:r>
          </a:p>
        </p:txBody>
      </p:sp>
    </p:spTree>
    <p:extLst>
      <p:ext uri="{BB962C8B-B14F-4D97-AF65-F5344CB8AC3E}">
        <p14:creationId xmlns:p14="http://schemas.microsoft.com/office/powerpoint/2010/main" val="888690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sz="2400" b="1" dirty="0"/>
              <a:t>Literature Review &amp; Methodology</a:t>
            </a:r>
            <a:r>
              <a:rPr lang="zh-CN" altLang="de-DE" sz="2400" b="1" dirty="0"/>
              <a:t>待修改</a:t>
            </a:r>
            <a:r>
              <a:rPr lang="de-DE" sz="2400" dirty="0"/>
              <a:t> 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3949" y="944965"/>
            <a:ext cx="11422513" cy="4731276"/>
          </a:xfrm>
        </p:spPr>
        <p:txBody>
          <a:bodyPr/>
          <a:lstStyle/>
          <a:p>
            <a:r>
              <a:rPr lang="en-US" b="1" dirty="0"/>
              <a:t>Key Reference: Tsinghua &amp; UC Berkeley (2025)</a:t>
            </a:r>
          </a:p>
          <a:p>
            <a:r>
              <a:rPr lang="en-US" i="1" dirty="0"/>
              <a:t>Liang et al., "Stochastic state of health estimation...", Journal of Energy Chemistry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Core Concept: Stochastic Segment Analysis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Problem:</a:t>
            </a:r>
            <a:r>
              <a:rPr lang="en-US" dirty="0"/>
              <a:t> Full charge/discharge cycles are rare in real-world EV data.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Innovation:</a:t>
            </a:r>
            <a:r>
              <a:rPr lang="en-US" dirty="0"/>
              <a:t> Extracting extremely narrow voltage windows (&lt; 0.3V) anchored strictly at </a:t>
            </a:r>
            <a:r>
              <a:rPr lang="en-US" b="1" dirty="0"/>
              <a:t>Incremental Capacity (IC) peaks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Data processing results:</a:t>
            </a:r>
            <a:r>
              <a:rPr lang="en-US" dirty="0"/>
              <a:t> Utilizing sequences like Q(V) and dQ(V) to capture the physical Loss of Active Material (LAM).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Our Adoption &amp; Upgrade:</a:t>
            </a:r>
            <a:r>
              <a:rPr lang="en-US" dirty="0"/>
              <a:t> * Implemented an ultra-narrow </a:t>
            </a:r>
            <a:r>
              <a:rPr lang="en-US" b="1" dirty="0"/>
              <a:t>0.12V dynamic window</a:t>
            </a:r>
            <a:r>
              <a:rPr lang="en-US" dirty="0"/>
              <a:t> centered at V</a:t>
            </a:r>
            <a:r>
              <a:rPr lang="en-US" sz="1400" dirty="0"/>
              <a:t>peak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Generated a pure, decoupled </a:t>
            </a:r>
            <a:r>
              <a:rPr lang="en-US" b="1" dirty="0"/>
              <a:t>16x3 feature matrix</a:t>
            </a:r>
            <a:r>
              <a:rPr lang="en-US" dirty="0"/>
              <a:t> independent of absolute voltage shift.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1998C9DE-A27F-404B-982B-635F97210CE5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Dirk Uwe Sauer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01480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sz="2400" b="1" dirty="0"/>
              <a:t>Literature Review &amp; Methodology</a:t>
            </a:r>
            <a:r>
              <a:rPr lang="de-DE" sz="2400" dirty="0"/>
              <a:t> 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 Reference: Stanford &amp; MIT (2019)</a:t>
            </a:r>
          </a:p>
          <a:p>
            <a:r>
              <a:rPr lang="en-US" i="1" dirty="0"/>
              <a:t>Severson et al., "Data-driven prediction of battery cycle life...", Nature Energy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Core Concept: Early Degradation Momentum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The Problem:</a:t>
            </a:r>
            <a:r>
              <a:rPr lang="en-US" dirty="0"/>
              <a:t> Early-life batteries show near-zero capacity fade; traditional models cannot predict the "knee point" (sudden failure).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The Innovation:</a:t>
            </a:r>
            <a:r>
              <a:rPr lang="en-US" dirty="0"/>
              <a:t> Using cross-cycle evolution (e.g., variance of $\Delta Q$) as an early predictor of lifespan.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Our Adoption &amp; Upgrade:</a:t>
            </a:r>
            <a:r>
              <a:rPr lang="en-US" dirty="0"/>
              <a:t> * Extracted the drift velocity of polarization ($\Delta V_{peak}$).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Shifted from static estimation to </a:t>
            </a:r>
            <a:r>
              <a:rPr lang="en-US" b="1" dirty="0"/>
              <a:t>Sequence-to-Sequence (Seq2Seq)</a:t>
            </a:r>
            <a:r>
              <a:rPr lang="en-US" dirty="0"/>
              <a:t> prediction, capturing "degradation inertia" from the first 100 cycles to forecast the entire lifespan.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1998C9DE-A27F-404B-982B-635F97210CE5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08A26E26-F24B-44A7-8766-8853BF9E2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8425" y="6361350"/>
            <a:ext cx="4391428" cy="524824"/>
          </a:xfrm>
        </p:spPr>
        <p:txBody>
          <a:bodyPr/>
          <a:lstStyle/>
          <a:p>
            <a:r>
              <a:rPr lang="en-US" dirty="0"/>
              <a:t>X</a:t>
            </a:r>
            <a:r>
              <a:rPr lang="de-DE" altLang="zh-CN" dirty="0"/>
              <a:t>ujia Li</a:t>
            </a:r>
          </a:p>
        </p:txBody>
      </p:sp>
    </p:spTree>
    <p:extLst>
      <p:ext uri="{BB962C8B-B14F-4D97-AF65-F5344CB8AC3E}">
        <p14:creationId xmlns:p14="http://schemas.microsoft.com/office/powerpoint/2010/main" val="5701358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sz="2400" b="1" dirty="0"/>
              <a:t>Literature Review &amp; Methodology</a:t>
            </a:r>
            <a:r>
              <a:rPr lang="de-DE" sz="2400" dirty="0"/>
              <a:t> 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Bridging Electrochemistry and Deep Learning</a:t>
            </a:r>
          </a:p>
          <a:p>
            <a:r>
              <a:rPr lang="de-DE" dirty="0"/>
              <a:t>How we merge the above theories into an End-to-End Transfer Learning pipeline: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1. Dynamic Alignment (Data Engineering):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b="1" dirty="0"/>
              <a:t>Gaussian Smoothing &amp; IC Tracking:</a:t>
            </a:r>
            <a:r>
              <a:rPr lang="de-DE" dirty="0"/>
              <a:t> Isolates the true electrochemical phase center.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b="1" dirty="0"/>
              <a:t>PCHIP Interpolation:</a:t>
            </a:r>
            <a:r>
              <a:rPr lang="de-DE" dirty="0"/>
              <a:t> Reconstructs strictly monotonic, non-linear physical SOH labels from sparse checkup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2. Spatiotemporal Architecture (Deep Learning):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b="1" dirty="0"/>
              <a:t>1D-CNN (Spatial):</a:t>
            </a:r>
            <a:r>
              <a:rPr lang="de-DE" dirty="0"/>
              <a:t> Extracts geometric collapse patterns from the $16 \times 3$ matrices.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b="1" dirty="0"/>
              <a:t>LSTM (Temporal):</a:t>
            </a:r>
            <a:r>
              <a:rPr lang="de-DE" dirty="0"/>
              <a:t> Learns long-term aging acceleration across consecutive cycles.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3. Domain Adaptation (Transfer Strategy):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Injecting $V_{peak0}$ as a static domain anchor.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Enables </a:t>
            </a:r>
            <a:r>
              <a:rPr lang="de-DE" b="1" dirty="0"/>
              <a:t>Pre-train </a:t>
            </a:r>
            <a:r>
              <a:rPr lang="de-DE" dirty="0"/>
              <a:t>$\rightarrow$</a:t>
            </a:r>
            <a:r>
              <a:rPr lang="de-DE" b="1" dirty="0"/>
              <a:t> Fine-tune</a:t>
            </a:r>
            <a:r>
              <a:rPr lang="de-DE" dirty="0"/>
              <a:t> migration from Source Domain (LFP, 3C) to Target Domain (NCA, 0.5C).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1998C9DE-A27F-404B-982B-635F97210CE5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65E5717F-2BE7-46B6-8E91-1272D3AFA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8425" y="6361350"/>
            <a:ext cx="4391428" cy="524824"/>
          </a:xfrm>
        </p:spPr>
        <p:txBody>
          <a:bodyPr/>
          <a:lstStyle/>
          <a:p>
            <a:r>
              <a:rPr lang="en-US" dirty="0"/>
              <a:t>X</a:t>
            </a:r>
            <a:r>
              <a:rPr lang="de-DE" altLang="zh-CN" dirty="0"/>
              <a:t>ujia Li</a:t>
            </a:r>
          </a:p>
        </p:txBody>
      </p:sp>
    </p:spTree>
    <p:extLst>
      <p:ext uri="{BB962C8B-B14F-4D97-AF65-F5344CB8AC3E}">
        <p14:creationId xmlns:p14="http://schemas.microsoft.com/office/powerpoint/2010/main" val="8742686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sz="2400" b="1" dirty="0"/>
              <a:t>Literature Review &amp; Methodology</a:t>
            </a:r>
            <a:r>
              <a:rPr lang="de-DE" sz="2400" dirty="0"/>
              <a:t> 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Schriftarten und -größen dürfen nicht verändert werden</a:t>
            </a:r>
          </a:p>
          <a:p>
            <a:r>
              <a:rPr lang="de-DE" dirty="0"/>
              <a:t>Die Farben sind voreingestellt und entsprechen dem</a:t>
            </a:r>
            <a:br>
              <a:rPr lang="de-DE" dirty="0"/>
            </a:br>
            <a:r>
              <a:rPr lang="de-DE" dirty="0"/>
              <a:t>RWTH-</a:t>
            </a:r>
            <a:r>
              <a:rPr lang="de-DE" dirty="0" err="1"/>
              <a:t>Styleguide</a:t>
            </a:r>
            <a:endParaRPr lang="de-DE" dirty="0"/>
          </a:p>
          <a:p>
            <a:pPr lvl="1"/>
            <a:r>
              <a:rPr lang="de-DE" dirty="0"/>
              <a:t>Eine sinnvolle Auswahl der im </a:t>
            </a:r>
            <a:r>
              <a:rPr lang="de-DE" dirty="0" err="1"/>
              <a:t>Styleguide</a:t>
            </a:r>
            <a:r>
              <a:rPr lang="de-DE" dirty="0"/>
              <a:t> definierten Farben</a:t>
            </a:r>
            <a:br>
              <a:rPr lang="de-DE" dirty="0"/>
            </a:br>
            <a:r>
              <a:rPr lang="de-DE" dirty="0"/>
              <a:t>ist in der Vorlage enthalten</a:t>
            </a:r>
          </a:p>
          <a:p>
            <a:pPr lvl="1"/>
            <a:r>
              <a:rPr lang="de-DE" dirty="0"/>
              <a:t>Schriftfarbe ist Schwarz</a:t>
            </a:r>
          </a:p>
          <a:p>
            <a:pPr lvl="1"/>
            <a:endParaRPr lang="de-DE" dirty="0"/>
          </a:p>
          <a:p>
            <a:r>
              <a:rPr lang="de-DE" dirty="0"/>
              <a:t>Inhalt muss innerhalb der Führungslinien Platz finden</a:t>
            </a:r>
          </a:p>
          <a:p>
            <a:pPr lvl="1"/>
            <a:r>
              <a:rPr lang="de-DE" dirty="0"/>
              <a:t>Bilder können an den Hilfslinien ausgerichtet werden</a:t>
            </a:r>
          </a:p>
          <a:p>
            <a:pPr lvl="1"/>
            <a:r>
              <a:rPr lang="de-DE" dirty="0"/>
              <a:t>Führungslinien können im </a:t>
            </a:r>
            <a:r>
              <a:rPr lang="de-DE" dirty="0" err="1"/>
              <a:t>Ribbon</a:t>
            </a:r>
            <a:r>
              <a:rPr lang="de-DE" dirty="0"/>
              <a:t> „Ansicht“ ein- und ausgeschaltet werden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1998C9DE-A27F-404B-982B-635F97210CE5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57223" y="4799013"/>
            <a:ext cx="2257131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Gerade Verbindung mit Pfeil 7"/>
          <p:cNvCxnSpPr/>
          <p:nvPr/>
        </p:nvCxnSpPr>
        <p:spPr>
          <a:xfrm>
            <a:off x="8866750" y="5572125"/>
            <a:ext cx="790472" cy="0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00077" y="1071562"/>
            <a:ext cx="1714277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hteck 6"/>
          <p:cNvSpPr/>
          <p:nvPr/>
        </p:nvSpPr>
        <p:spPr>
          <a:xfrm>
            <a:off x="10100076" y="1314451"/>
            <a:ext cx="1723801" cy="101917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sp>
        <p:nvSpPr>
          <p:cNvPr id="11" name="Fußzeilenplatzhalter 4">
            <a:extLst>
              <a:ext uri="{FF2B5EF4-FFF2-40B4-BE49-F238E27FC236}">
                <a16:creationId xmlns:a16="http://schemas.microsoft.com/office/drawing/2014/main" id="{E3F3376E-AB06-43A8-9829-0256104E2E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8425" y="6361350"/>
            <a:ext cx="4391428" cy="524824"/>
          </a:xfrm>
        </p:spPr>
        <p:txBody>
          <a:bodyPr/>
          <a:lstStyle/>
          <a:p>
            <a:r>
              <a:rPr lang="en-US" dirty="0"/>
              <a:t>X</a:t>
            </a:r>
            <a:r>
              <a:rPr lang="de-DE" altLang="zh-CN" dirty="0"/>
              <a:t>ujia Li</a:t>
            </a:r>
          </a:p>
        </p:txBody>
      </p:sp>
    </p:spTree>
    <p:extLst>
      <p:ext uri="{BB962C8B-B14F-4D97-AF65-F5344CB8AC3E}">
        <p14:creationId xmlns:p14="http://schemas.microsoft.com/office/powerpoint/2010/main" val="759387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sz="2400" b="1" dirty="0"/>
              <a:t>Literature Review &amp; Methodology</a:t>
            </a:r>
            <a:r>
              <a:rPr lang="de-DE" sz="2400" dirty="0"/>
              <a:t> 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Schriftarten und -größen dürfen nicht verändert werden</a:t>
            </a:r>
          </a:p>
          <a:p>
            <a:r>
              <a:rPr lang="de-DE" dirty="0"/>
              <a:t>Die Farben sind voreingestellt und entsprechen dem</a:t>
            </a:r>
            <a:br>
              <a:rPr lang="de-DE" dirty="0"/>
            </a:br>
            <a:r>
              <a:rPr lang="de-DE" dirty="0"/>
              <a:t>RWTH-</a:t>
            </a:r>
            <a:r>
              <a:rPr lang="de-DE" dirty="0" err="1"/>
              <a:t>Styleguide</a:t>
            </a:r>
            <a:endParaRPr lang="de-DE" dirty="0"/>
          </a:p>
          <a:p>
            <a:pPr lvl="1"/>
            <a:r>
              <a:rPr lang="de-DE" dirty="0"/>
              <a:t>Eine sinnvolle Auswahl der im </a:t>
            </a:r>
            <a:r>
              <a:rPr lang="de-DE" dirty="0" err="1"/>
              <a:t>Styleguide</a:t>
            </a:r>
            <a:r>
              <a:rPr lang="de-DE" dirty="0"/>
              <a:t> definierten Farben</a:t>
            </a:r>
            <a:br>
              <a:rPr lang="de-DE" dirty="0"/>
            </a:br>
            <a:r>
              <a:rPr lang="de-DE" dirty="0"/>
              <a:t>ist in der Vorlage enthalten</a:t>
            </a:r>
          </a:p>
          <a:p>
            <a:pPr lvl="1"/>
            <a:r>
              <a:rPr lang="de-DE" dirty="0"/>
              <a:t>Schriftfarbe ist Schwarz</a:t>
            </a:r>
          </a:p>
          <a:p>
            <a:pPr lvl="1"/>
            <a:endParaRPr lang="de-DE" dirty="0"/>
          </a:p>
          <a:p>
            <a:r>
              <a:rPr lang="de-DE" dirty="0"/>
              <a:t>Inhalt muss innerhalb der Führungslinien Platz finden</a:t>
            </a:r>
          </a:p>
          <a:p>
            <a:pPr lvl="1"/>
            <a:r>
              <a:rPr lang="de-DE" dirty="0"/>
              <a:t>Bilder können an den Hilfslinien ausgerichtet werden</a:t>
            </a:r>
          </a:p>
          <a:p>
            <a:pPr lvl="1"/>
            <a:r>
              <a:rPr lang="de-DE" dirty="0"/>
              <a:t>Führungslinien können im </a:t>
            </a:r>
            <a:r>
              <a:rPr lang="de-DE" dirty="0" err="1"/>
              <a:t>Ribbon</a:t>
            </a:r>
            <a:r>
              <a:rPr lang="de-DE" dirty="0"/>
              <a:t> „Ansicht“ ein- und ausgeschaltet werden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1998C9DE-A27F-404B-982B-635F97210CE5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557223" y="4799013"/>
            <a:ext cx="2257131" cy="107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8" name="Gerade Verbindung mit Pfeil 7"/>
          <p:cNvCxnSpPr/>
          <p:nvPr/>
        </p:nvCxnSpPr>
        <p:spPr>
          <a:xfrm>
            <a:off x="8866750" y="5572125"/>
            <a:ext cx="790472" cy="0"/>
          </a:xfrm>
          <a:prstGeom prst="straightConnector1">
            <a:avLst/>
          </a:prstGeom>
          <a:ln w="25400">
            <a:solidFill>
              <a:schemeClr val="tx2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00077" y="1071562"/>
            <a:ext cx="1714277" cy="171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hteck 6"/>
          <p:cNvSpPr/>
          <p:nvPr/>
        </p:nvSpPr>
        <p:spPr>
          <a:xfrm>
            <a:off x="10100076" y="1314451"/>
            <a:ext cx="1723801" cy="1019175"/>
          </a:xfrm>
          <a:prstGeom prst="rect">
            <a:avLst/>
          </a:prstGeom>
          <a:noFill/>
          <a:ln w="254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5"/>
              </a:solidFill>
            </a:endParaRPr>
          </a:p>
        </p:txBody>
      </p:sp>
      <p:sp>
        <p:nvSpPr>
          <p:cNvPr id="13" name="Fußzeilenplatzhalter 4">
            <a:extLst>
              <a:ext uri="{FF2B5EF4-FFF2-40B4-BE49-F238E27FC236}">
                <a16:creationId xmlns:a16="http://schemas.microsoft.com/office/drawing/2014/main" id="{762AC682-F3DB-4CDD-BB62-DC98ED83D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8425" y="6361350"/>
            <a:ext cx="4391428" cy="524824"/>
          </a:xfrm>
        </p:spPr>
        <p:txBody>
          <a:bodyPr/>
          <a:lstStyle/>
          <a:p>
            <a:r>
              <a:rPr lang="en-US" dirty="0"/>
              <a:t>X</a:t>
            </a:r>
            <a:r>
              <a:rPr lang="de-DE" altLang="zh-CN" dirty="0"/>
              <a:t>ujia Li</a:t>
            </a:r>
          </a:p>
        </p:txBody>
      </p:sp>
    </p:spTree>
    <p:extLst>
      <p:ext uri="{BB962C8B-B14F-4D97-AF65-F5344CB8AC3E}">
        <p14:creationId xmlns:p14="http://schemas.microsoft.com/office/powerpoint/2010/main" val="2520923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Outline</a:t>
            </a:r>
            <a:r>
              <a:rPr lang="de-DE" dirty="0"/>
              <a:t> 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4084A2BA-18D9-4A22-8CD6-9F6D945D94B6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X</a:t>
            </a:r>
            <a:r>
              <a:rPr lang="de-DE" altLang="zh-CN" dirty="0"/>
              <a:t>ujia Li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32A29D86-44A2-49E9-877E-768977B585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1471635"/>
              </p:ext>
            </p:extLst>
          </p:nvPr>
        </p:nvGraphicFramePr>
        <p:xfrm>
          <a:off x="1358223" y="972485"/>
          <a:ext cx="9519686" cy="4913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977701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b="1" dirty="0"/>
              <a:t>Pipeline &amp; Overall Architecture</a:t>
            </a:r>
            <a:endParaRPr lang="zh-CN" alt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Our system operates through a sequential, 3-stage blueprint, transforming raw noisy data into cross-domain lifespan predictions: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Stage 1: Physics-Informed Data Engine </a:t>
            </a:r>
            <a:endParaRPr lang="zh-CN" alt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Dynamic extraction of 3C/0.5C cycles and Gaussian phase-centering.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i="1" dirty="0"/>
              <a:t>Output:</a:t>
            </a:r>
            <a:r>
              <a:rPr lang="de-DE" dirty="0"/>
              <a:t> Decoupled 50-dimensional feature sequences.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Stage 2: Spatiotemporal Modeling </a:t>
            </a:r>
            <a:endParaRPr lang="zh-CN" alt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Capturing spatial geometric collapse (LAM) and temporal degradation momentum.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i="1" dirty="0"/>
              <a:t>Output:</a:t>
            </a:r>
            <a:r>
              <a:rPr lang="de-DE" dirty="0"/>
              <a:t> Predicted $\Delta SOH$ trajectory.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Stage 3: Domain Adaptation </a:t>
            </a:r>
            <a:endParaRPr lang="zh-CN" alt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Migrating learned physical laws from Source (LFP, 3C) to Target (NCA, 0.5C).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i="1" dirty="0"/>
              <a:t>Output:</a:t>
            </a:r>
            <a:r>
              <a:rPr lang="de-DE" dirty="0"/>
              <a:t> Zero-to-few-shot lifespan prediction for new battery chemistries.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DAC920CC-9999-475F-AFCC-38E1BA4A10B0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5E30B0F9-62C7-4868-89EA-DC78CC0F9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8425" y="6361350"/>
            <a:ext cx="4391428" cy="524824"/>
          </a:xfrm>
        </p:spPr>
        <p:txBody>
          <a:bodyPr/>
          <a:lstStyle/>
          <a:p>
            <a:r>
              <a:rPr lang="en-US" dirty="0"/>
              <a:t>X</a:t>
            </a:r>
            <a:r>
              <a:rPr lang="de-DE" altLang="zh-CN" dirty="0"/>
              <a:t>ujia Li</a:t>
            </a:r>
          </a:p>
        </p:txBody>
      </p:sp>
    </p:spTree>
    <p:extLst>
      <p:ext uri="{BB962C8B-B14F-4D97-AF65-F5344CB8AC3E}">
        <p14:creationId xmlns:p14="http://schemas.microsoft.com/office/powerpoint/2010/main" val="19099407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b="1" dirty="0"/>
              <a:t>Pipeline &amp; Overall Architecture</a:t>
            </a:r>
            <a:endParaRPr lang="zh-CN" alt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Decoupling Chemistry from Operation (</a:t>
            </a:r>
            <a:r>
              <a:rPr lang="zh-CN" altLang="de-DE" b="1" dirty="0"/>
              <a:t>特征解耦与重构</a:t>
            </a:r>
            <a:r>
              <a:rPr lang="de-DE" altLang="zh-CN" b="1" dirty="0"/>
              <a:t>)</a:t>
            </a:r>
          </a:p>
          <a:p>
            <a:r>
              <a:rPr lang="de-DE" dirty="0"/>
              <a:t>How we translate raw battery data into DNN-ready physical tensors: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1. Dynamic Filtering &amp; Monotonic Labeling: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Adaptive $C_{now}$ tracking for pure constant-current segments.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b="1" dirty="0"/>
              <a:t>PCHIP Interpolation:</a:t>
            </a:r>
            <a:r>
              <a:rPr lang="de-DE" dirty="0"/>
              <a:t> Enforcing strict thermodynamic monotonicity for sparse SOH checkups.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2. The Relative Phase Coordinate (</a:t>
            </a:r>
            <a:r>
              <a:rPr lang="de-DE" dirty="0"/>
              <a:t>$16 \times 3$</a:t>
            </a:r>
            <a:r>
              <a:rPr lang="de-DE" b="1" dirty="0"/>
              <a:t> Matrix):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Anchoring at the Incremental Capacity (IC) peak ($V_{peak}$).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Extracting $Q, \Delta Q, IC$ within an ultra-narrow </a:t>
            </a:r>
            <a:r>
              <a:rPr lang="de-DE" b="1" dirty="0"/>
              <a:t>0.12V window</a:t>
            </a:r>
            <a:r>
              <a:rPr lang="de-DE" dirty="0"/>
              <a:t> to capture pure spatial deformation.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3. Domain Anchors (The 2 Scalars):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$V_{peak0}$: Static chemistry ID (e.g., LFP vs. NCA).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$\Delta V_{peak}$: Dynamic polarization drift (LLI proxy).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DAC920CC-9999-475F-AFCC-38E1BA4A10B0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B03E6E5E-DA0E-422E-9559-1C9561739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8425" y="6361350"/>
            <a:ext cx="4391428" cy="524824"/>
          </a:xfrm>
        </p:spPr>
        <p:txBody>
          <a:bodyPr/>
          <a:lstStyle/>
          <a:p>
            <a:r>
              <a:rPr lang="en-US" dirty="0"/>
              <a:t>X</a:t>
            </a:r>
            <a:r>
              <a:rPr lang="de-DE" altLang="zh-CN" dirty="0"/>
              <a:t>ujia Li</a:t>
            </a:r>
          </a:p>
        </p:txBody>
      </p:sp>
    </p:spTree>
    <p:extLst>
      <p:ext uri="{BB962C8B-B14F-4D97-AF65-F5344CB8AC3E}">
        <p14:creationId xmlns:p14="http://schemas.microsoft.com/office/powerpoint/2010/main" val="4246488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b="1" dirty="0"/>
              <a:t>Pipeline &amp; Overall Architecture</a:t>
            </a:r>
            <a:endParaRPr lang="zh-CN" alt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The CNN-LSTM Hybrid Architecture</a:t>
            </a:r>
          </a:p>
          <a:p>
            <a:r>
              <a:rPr lang="de-DE" dirty="0"/>
              <a:t>Merging spatial pattern recognition with temporal sequence forecasting: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1. 1D-CNN (The "Shape" Extractor):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Processes the $16 \times 3$ matrix to learn the universal geometry of peak collapse.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🔒 </a:t>
            </a:r>
            <a:r>
              <a:rPr lang="de-DE" i="1" dirty="0"/>
              <a:t>Transfer Strategy:</a:t>
            </a:r>
            <a:r>
              <a:rPr lang="de-DE" dirty="0"/>
              <a:t> </a:t>
            </a:r>
            <a:r>
              <a:rPr lang="de-DE" b="1" dirty="0"/>
              <a:t>Frozen</a:t>
            </a:r>
            <a:r>
              <a:rPr lang="de-DE" dirty="0"/>
              <a:t> during NCA fine-tuning to preserve domain-invariant physical rules.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2. LSTM (The "Momentum" Tracker):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Processes sequences of consecutive cycles (e.g., first 100 cycles).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Accumulates cross-cycle degradation inertia (decay velocity &amp; acceleration).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🔓 </a:t>
            </a:r>
            <a:r>
              <a:rPr lang="de-DE" i="1" dirty="0"/>
              <a:t>Transfer Strategy:</a:t>
            </a:r>
            <a:r>
              <a:rPr lang="de-DE" dirty="0"/>
              <a:t> </a:t>
            </a:r>
            <a:r>
              <a:rPr lang="de-DE" b="1" dirty="0"/>
              <a:t>Unfrozen</a:t>
            </a:r>
            <a:r>
              <a:rPr lang="de-DE" dirty="0"/>
              <a:t> during NCA fine-tuning to adapt to the specific "0.5C slow-decay" rhythm.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de-DE" b="1" dirty="0"/>
              <a:t>3. Fully Connected Decoder:</a:t>
            </a:r>
            <a:endParaRPr lang="de-DE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de-DE" dirty="0"/>
              <a:t>Injects $V_{peak0}$ and outputs the future $\Delta SOH$ trajectory across the entire lifespan.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DAC920CC-9999-475F-AFCC-38E1BA4A10B0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C5689A62-6F99-4B94-81B6-586C8C2DB8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8425" y="6361350"/>
            <a:ext cx="4391428" cy="524824"/>
          </a:xfrm>
        </p:spPr>
        <p:txBody>
          <a:bodyPr/>
          <a:lstStyle/>
          <a:p>
            <a:r>
              <a:rPr lang="en-US" dirty="0"/>
              <a:t>X</a:t>
            </a:r>
            <a:r>
              <a:rPr lang="de-DE" altLang="zh-CN" dirty="0"/>
              <a:t>ujia Li</a:t>
            </a:r>
          </a:p>
        </p:txBody>
      </p:sp>
    </p:spTree>
    <p:extLst>
      <p:ext uri="{BB962C8B-B14F-4D97-AF65-F5344CB8AC3E}">
        <p14:creationId xmlns:p14="http://schemas.microsoft.com/office/powerpoint/2010/main" val="759153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Outline</a:t>
            </a:r>
            <a:r>
              <a:rPr lang="de-DE" dirty="0"/>
              <a:t> 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4084A2BA-18D9-4A22-8CD6-9F6D945D94B6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32A29D86-44A2-49E9-877E-768977B585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11207769"/>
              </p:ext>
            </p:extLst>
          </p:nvPr>
        </p:nvGraphicFramePr>
        <p:xfrm>
          <a:off x="1358223" y="972485"/>
          <a:ext cx="9519686" cy="4913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D2A720EA-AA19-4F09-8227-425864CE2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8425" y="6361350"/>
            <a:ext cx="4391428" cy="524824"/>
          </a:xfrm>
        </p:spPr>
        <p:txBody>
          <a:bodyPr/>
          <a:lstStyle/>
          <a:p>
            <a:r>
              <a:rPr lang="en-US" dirty="0"/>
              <a:t>X</a:t>
            </a:r>
            <a:r>
              <a:rPr lang="de-DE" altLang="zh-CN" dirty="0"/>
              <a:t>ujia Li</a:t>
            </a:r>
          </a:p>
        </p:txBody>
      </p:sp>
    </p:spTree>
    <p:extLst>
      <p:ext uri="{BB962C8B-B14F-4D97-AF65-F5344CB8AC3E}">
        <p14:creationId xmlns:p14="http://schemas.microsoft.com/office/powerpoint/2010/main" val="639767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b="1" dirty="0"/>
              <a:t>Current Progress &amp; Data Results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Folien aus anderen Präsentation können in die neue Präsentation kopiert werden</a:t>
            </a:r>
          </a:p>
          <a:p>
            <a:pPr lvl="1"/>
            <a:r>
              <a:rPr lang="de-DE" dirty="0"/>
              <a:t>Danach „Zurücksetzen“</a:t>
            </a:r>
          </a:p>
          <a:p>
            <a:pPr lvl="1"/>
            <a:r>
              <a:rPr lang="de-DE" dirty="0"/>
              <a:t>Unbedingt Fußzeilen entfernen und wieder neu setzen!</a:t>
            </a:r>
          </a:p>
          <a:p>
            <a:pPr lvl="1"/>
            <a:endParaRPr lang="de-DE" dirty="0"/>
          </a:p>
          <a:p>
            <a:r>
              <a:rPr lang="de-DE" dirty="0"/>
              <a:t>Die letzte Seite soll eine Kopie der Titelfolie sein</a:t>
            </a:r>
          </a:p>
          <a:p>
            <a:pPr lvl="1"/>
            <a:r>
              <a:rPr lang="de-DE" dirty="0"/>
              <a:t>Bildet für eine Diskussion einen neutraleren Hintergrund</a:t>
            </a:r>
          </a:p>
          <a:p>
            <a:pPr lvl="1"/>
            <a:r>
              <a:rPr lang="de-DE" dirty="0"/>
              <a:t>Titel des Vortrags und Name des Vortragenden sind oftmals ganz hilfreich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DAC920CC-9999-475F-AFCC-38E1BA4A10B0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7" name="Fußzeilenplatzhalter 4">
            <a:extLst>
              <a:ext uri="{FF2B5EF4-FFF2-40B4-BE49-F238E27FC236}">
                <a16:creationId xmlns:a16="http://schemas.microsoft.com/office/drawing/2014/main" id="{A7B44906-6AA5-47FD-A698-58EA02E09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18425" y="6361350"/>
            <a:ext cx="4391428" cy="524824"/>
          </a:xfrm>
        </p:spPr>
        <p:txBody>
          <a:bodyPr/>
          <a:lstStyle/>
          <a:p>
            <a:r>
              <a:rPr lang="en-US" dirty="0"/>
              <a:t>X</a:t>
            </a:r>
            <a:r>
              <a:rPr lang="de-DE" altLang="zh-CN" dirty="0"/>
              <a:t>ujia Li</a:t>
            </a:r>
          </a:p>
        </p:txBody>
      </p:sp>
    </p:spTree>
    <p:extLst>
      <p:ext uri="{BB962C8B-B14F-4D97-AF65-F5344CB8AC3E}">
        <p14:creationId xmlns:p14="http://schemas.microsoft.com/office/powerpoint/2010/main" val="2290252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b="1" dirty="0"/>
              <a:t>Current Progress &amp; Data Results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Folien aus anderen Präsentation können in die neue Präsentation kopiert werden</a:t>
            </a:r>
          </a:p>
          <a:p>
            <a:pPr lvl="1"/>
            <a:r>
              <a:rPr lang="de-DE" dirty="0"/>
              <a:t>Danach „Zurücksetzen“</a:t>
            </a:r>
          </a:p>
          <a:p>
            <a:pPr lvl="1"/>
            <a:r>
              <a:rPr lang="de-DE" dirty="0"/>
              <a:t>Unbedingt Fußzeilen entfernen und wieder neu setzen!</a:t>
            </a:r>
          </a:p>
          <a:p>
            <a:pPr lvl="1"/>
            <a:endParaRPr lang="de-DE" dirty="0"/>
          </a:p>
          <a:p>
            <a:r>
              <a:rPr lang="de-DE" dirty="0"/>
              <a:t>Die letzte Seite soll eine Kopie der Titelfolie sein</a:t>
            </a:r>
          </a:p>
          <a:p>
            <a:pPr lvl="1"/>
            <a:r>
              <a:rPr lang="de-DE" dirty="0"/>
              <a:t>Bildet für eine Diskussion einen neutraleren Hintergrund</a:t>
            </a:r>
          </a:p>
          <a:p>
            <a:pPr lvl="1"/>
            <a:r>
              <a:rPr lang="de-DE" dirty="0"/>
              <a:t>Titel des Vortrags und Name des Vortragenden sind oftmals ganz hilfreich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DAC920CC-9999-475F-AFCC-38E1BA4A10B0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Dirk Uwe Sauer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00070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de-DE" b="1" dirty="0"/>
              <a:t>Current Progress &amp; Data Results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Folien aus anderen Präsentation können in die neue Präsentation kopiert werden</a:t>
            </a:r>
          </a:p>
          <a:p>
            <a:pPr lvl="1"/>
            <a:r>
              <a:rPr lang="de-DE" dirty="0"/>
              <a:t>Danach „Zurücksetzen“</a:t>
            </a:r>
          </a:p>
          <a:p>
            <a:pPr lvl="1"/>
            <a:r>
              <a:rPr lang="de-DE" dirty="0"/>
              <a:t>Unbedingt Fußzeilen entfernen und wieder neu setzen!</a:t>
            </a:r>
          </a:p>
          <a:p>
            <a:pPr lvl="1"/>
            <a:endParaRPr lang="de-DE" dirty="0"/>
          </a:p>
          <a:p>
            <a:r>
              <a:rPr lang="de-DE" dirty="0"/>
              <a:t>Die letzte Seite soll eine Kopie der Titelfolie sein</a:t>
            </a:r>
          </a:p>
          <a:p>
            <a:pPr lvl="1"/>
            <a:r>
              <a:rPr lang="de-DE" dirty="0"/>
              <a:t>Bildet für eine Diskussion einen neutraleren Hintergrund</a:t>
            </a:r>
          </a:p>
          <a:p>
            <a:pPr lvl="1"/>
            <a:r>
              <a:rPr lang="de-DE" dirty="0"/>
              <a:t>Titel des Vortrags und Name des Vortragenden sind oftmals ganz hilfreich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DAC920CC-9999-475F-AFCC-38E1BA4A10B0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Dirk Uwe Sauer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548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b="1" dirty="0"/>
              <a:t>Outline</a:t>
            </a:r>
            <a:r>
              <a:rPr lang="de-DE" dirty="0"/>
              <a:t> 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4084A2BA-18D9-4A22-8CD6-9F6D945D94B6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Dirk Uwe Sauer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22</a:t>
            </a:fld>
            <a:endParaRPr lang="en-US" dirty="0"/>
          </a:p>
        </p:txBody>
      </p:sp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32A29D86-44A2-49E9-877E-768977B585C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35910580"/>
              </p:ext>
            </p:extLst>
          </p:nvPr>
        </p:nvGraphicFramePr>
        <p:xfrm>
          <a:off x="1358223" y="972485"/>
          <a:ext cx="9519686" cy="4913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10174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b="1" dirty="0"/>
              <a:t>Follow-up work and expected results</a:t>
            </a:r>
            <a:endParaRPr lang="zh-CN" altLang="de-DE" b="1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98506" y="1384300"/>
            <a:ext cx="5181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5CBB3148-BA5E-44C6-BD6D-B7E11AAFF046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Dirk Uwe Sauer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018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b="1" dirty="0"/>
              <a:t>Follow-up work and expected results</a:t>
            </a:r>
            <a:endParaRPr lang="zh-CN" altLang="de-DE" b="1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98506" y="1384300"/>
            <a:ext cx="5181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5CBB3148-BA5E-44C6-BD6D-B7E11AAFF046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Dirk Uwe Sauer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9065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b="1" dirty="0"/>
              <a:t>Follow-up work and expected results</a:t>
            </a:r>
            <a:endParaRPr lang="zh-CN" altLang="de-DE" b="1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98506" y="1384300"/>
            <a:ext cx="5181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5CBB3148-BA5E-44C6-BD6D-B7E11AAFF046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Dirk Uwe Sauer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8452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altLang="zh-CN" b="1" dirty="0"/>
              <a:t>Follow-up work and expected results</a:t>
            </a:r>
            <a:endParaRPr lang="zh-CN" altLang="de-DE" b="1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3498506" y="1384300"/>
            <a:ext cx="51816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5CBB3148-BA5E-44C6-BD6D-B7E11AAFF046}" type="datetime1">
              <a:rPr lang="de-DE" smtClean="0"/>
              <a:t>25.06.2026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Dirk Uwe Sauer</a:t>
            </a:r>
            <a:endParaRPr lang="en-US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54371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Tel.: +49 241 80-96977</a:t>
            </a:r>
          </a:p>
          <a:p>
            <a:r>
              <a:rPr lang="en-US" dirty="0"/>
              <a:t>dsa@isea.rwth-aachen.de</a:t>
            </a:r>
          </a:p>
          <a:p>
            <a:r>
              <a:rPr lang="en-US" dirty="0"/>
              <a:t>batteries@isea.rwth-aachen.de</a:t>
            </a:r>
          </a:p>
        </p:txBody>
      </p:sp>
      <p:pic>
        <p:nvPicPr>
          <p:cNvPr id="9" name="Picture 2" descr="D:\04_PERSONAL\0402_Sauer_Dirk_Uwe\Bilder\ausschnitt_2479.jpg"/>
          <p:cNvPicPr>
            <a:picLocks noGrp="1" noChangeAspect="1" noChangeArrowheads="1"/>
          </p:cNvPicPr>
          <p:nvPr>
            <p:ph type="pic" sz="quarter" idx="1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66847" y="2126965"/>
            <a:ext cx="989215" cy="1438102"/>
          </a:xfrm>
        </p:spPr>
      </p:pic>
      <p:sp>
        <p:nvSpPr>
          <p:cNvPr id="4" name="Fußzeilenplatzhalter 3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dirty="0"/>
              <a:t>Dirk Uwe Sauer</a:t>
            </a:r>
          </a:p>
        </p:txBody>
      </p:sp>
      <p:pic>
        <p:nvPicPr>
          <p:cNvPr id="10" name="Picture 4" descr="http://www.genesys.rwth-aachen.de/fileadmin/template/images/bmu-logo.png"/>
          <p:cNvPicPr>
            <a:picLocks noGrp="1" noChangeAspect="1" noChangeArrowheads="1"/>
          </p:cNvPicPr>
          <p:nvPr>
            <p:ph type="pic" sz="quarter" idx="14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pic>
        <p:nvPicPr>
          <p:cNvPr id="15" name="Picture 18"/>
          <p:cNvPicPr>
            <a:picLocks noGrp="1" noChangeAspect="1" noChangeArrowheads="1"/>
          </p:cNvPicPr>
          <p:nvPr>
            <p:ph type="pic" sz="quarter" idx="15"/>
          </p:nvPr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9139058" y="2571752"/>
            <a:ext cx="2544959" cy="763587"/>
          </a:xfrm>
        </p:spPr>
      </p:pic>
      <p:pic>
        <p:nvPicPr>
          <p:cNvPr id="16" name="Picture 27"/>
          <p:cNvPicPr>
            <a:picLocks noGrp="1" noChangeAspect="1" noChangeArrowheads="1"/>
          </p:cNvPicPr>
          <p:nvPr>
            <p:ph type="pic" sz="quarter" idx="16"/>
          </p:nvPr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9145007" y="3495670"/>
            <a:ext cx="2524775" cy="559689"/>
          </a:xfrm>
        </p:spPr>
      </p:pic>
      <p:sp>
        <p:nvSpPr>
          <p:cNvPr id="24" name="Textfeld 23"/>
          <p:cNvSpPr txBox="1"/>
          <p:nvPr/>
        </p:nvSpPr>
        <p:spPr>
          <a:xfrm>
            <a:off x="383949" y="1684160"/>
            <a:ext cx="1582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Eintrag: Autor</a:t>
            </a:r>
          </a:p>
        </p:txBody>
      </p:sp>
      <p:sp>
        <p:nvSpPr>
          <p:cNvPr id="25" name="Textfeld 24"/>
          <p:cNvSpPr txBox="1"/>
          <p:nvPr/>
        </p:nvSpPr>
        <p:spPr>
          <a:xfrm>
            <a:off x="6192561" y="1691920"/>
            <a:ext cx="3621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rgbClr val="FF0000"/>
                </a:solidFill>
              </a:rPr>
              <a:t>Eintrag: Partner, wenn vorhanden</a:t>
            </a:r>
          </a:p>
        </p:txBody>
      </p:sp>
    </p:spTree>
    <p:extLst>
      <p:ext uri="{BB962C8B-B14F-4D97-AF65-F5344CB8AC3E}">
        <p14:creationId xmlns:p14="http://schemas.microsoft.com/office/powerpoint/2010/main" val="3954025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>
            <a:extLst>
              <a:ext uri="{FF2B5EF4-FFF2-40B4-BE49-F238E27FC236}">
                <a16:creationId xmlns:a16="http://schemas.microsoft.com/office/drawing/2014/main" id="{124D5214-AF52-D402-D540-81F3159D4F91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1" name="think-cell Folie" r:id="rId4" imgW="347" imgH="348" progId="TCLayout.ActiveDocument.1">
                  <p:embed/>
                </p:oleObj>
              </mc:Choice>
              <mc:Fallback>
                <p:oleObj name="think-cell Folie" r:id="rId4" imgW="347" imgH="348" progId="TCLayout.ActiveDocument.1">
                  <p:embed/>
                  <p:pic>
                    <p:nvPicPr>
                      <p:cNvPr id="7" name="Objekt 6" hidden="1">
                        <a:extLst>
                          <a:ext uri="{FF2B5EF4-FFF2-40B4-BE49-F238E27FC236}">
                            <a16:creationId xmlns:a16="http://schemas.microsoft.com/office/drawing/2014/main" id="{124D5214-AF52-D402-D540-81F3159D4F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Mid-term Report</a:t>
            </a:r>
            <a:r>
              <a:rPr lang="de-DE" altLang="zh-CN" dirty="0"/>
              <a:t>: Cross-Domain Transfer Learning for Lithium-Ion Battery Capacity Prediction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altLang="zh-CN" dirty="0" err="1"/>
              <a:t>Bridging</a:t>
            </a:r>
            <a:r>
              <a:rPr lang="de-DE" altLang="zh-CN" dirty="0"/>
              <a:t> </a:t>
            </a:r>
            <a:r>
              <a:rPr lang="de-DE" altLang="zh-CN" dirty="0" err="1"/>
              <a:t>the</a:t>
            </a:r>
            <a:r>
              <a:rPr lang="de-DE" altLang="zh-CN" dirty="0"/>
              <a:t> 6x C-rate Gap: </a:t>
            </a:r>
            <a:r>
              <a:rPr lang="de-DE" altLang="zh-CN" dirty="0" err="1"/>
              <a:t>Leveraging</a:t>
            </a:r>
            <a:r>
              <a:rPr lang="de-DE" altLang="zh-CN" dirty="0"/>
              <a:t> LFP </a:t>
            </a:r>
            <a:r>
              <a:rPr lang="de-DE" altLang="zh-CN" dirty="0" err="1"/>
              <a:t>Aging</a:t>
            </a:r>
            <a:r>
              <a:rPr lang="de-DE" altLang="zh-CN" dirty="0"/>
              <a:t> Patterns </a:t>
            </a:r>
            <a:r>
              <a:rPr lang="de-DE" altLang="zh-CN" dirty="0" err="1"/>
              <a:t>for</a:t>
            </a:r>
            <a:r>
              <a:rPr lang="de-DE" altLang="zh-CN" dirty="0"/>
              <a:t> High-Performance NCA Scenarios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altLang="zh-CN" b="1" dirty="0"/>
              <a:t>Author:</a:t>
            </a:r>
            <a:r>
              <a:rPr lang="de-DE" altLang="zh-CN" dirty="0"/>
              <a:t> </a:t>
            </a:r>
            <a:r>
              <a:rPr lang="en-US" dirty="0"/>
              <a:t>Xujia Li</a:t>
            </a:r>
          </a:p>
          <a:p>
            <a:r>
              <a:rPr lang="de-DE" altLang="zh-CN" b="1" dirty="0"/>
              <a:t>Supervisor:</a:t>
            </a:r>
            <a:r>
              <a:rPr lang="de-DE" altLang="zh-CN" dirty="0"/>
              <a:t> </a:t>
            </a:r>
            <a:r>
              <a:rPr lang="de-DE" altLang="zh-CN" dirty="0" err="1"/>
              <a:t>Zijuan</a:t>
            </a:r>
            <a:r>
              <a:rPr lang="de-DE" altLang="zh-CN" dirty="0"/>
              <a:t> Hong, </a:t>
            </a:r>
            <a:r>
              <a:rPr lang="de-DE" altLang="zh-CN" dirty="0" err="1"/>
              <a:t>M.Sc</a:t>
            </a:r>
            <a:r>
              <a:rPr lang="de-DE" altLang="zh-CN" dirty="0"/>
              <a:t>.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2487E45-7793-4B53-BBF0-C67D558AFDEF}" type="datetime1">
              <a:rPr lang="de-DE" smtClean="0"/>
              <a:pPr/>
              <a:t>25.06.2026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5587505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ARL 16zu9">
  <a:themeElements>
    <a:clrScheme name="Benutzerdefiniert 4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549F"/>
      </a:accent1>
      <a:accent2>
        <a:srgbClr val="0098A1"/>
      </a:accent2>
      <a:accent3>
        <a:srgbClr val="57AB27"/>
      </a:accent3>
      <a:accent4>
        <a:srgbClr val="F6A800"/>
      </a:accent4>
      <a:accent5>
        <a:srgbClr val="CC071E"/>
      </a:accent5>
      <a:accent6>
        <a:srgbClr val="612158"/>
      </a:accent6>
      <a:hlink>
        <a:srgbClr val="00549F"/>
      </a:hlink>
      <a:folHlink>
        <a:srgbClr val="8EBAE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2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ARL_PowerPoint-Vorlage_2.pptx" id="{BA423DF6-6F0A-4C7E-B2E7-6BE2B6176750}" vid="{3F50A1A7-06E2-4B6B-A0E2-B50FB05A0614}"/>
    </a:ext>
  </a:extLst>
</a:theme>
</file>

<file path=ppt/theme/theme2.xml><?xml version="1.0" encoding="utf-8"?>
<a:theme xmlns:a="http://schemas.openxmlformats.org/drawingml/2006/main" name="CARL English">
  <a:themeElements>
    <a:clrScheme name="Benutzerdefiniert 1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549F"/>
      </a:accent1>
      <a:accent2>
        <a:srgbClr val="0098A1"/>
      </a:accent2>
      <a:accent3>
        <a:srgbClr val="57AB27"/>
      </a:accent3>
      <a:accent4>
        <a:srgbClr val="F6A800"/>
      </a:accent4>
      <a:accent5>
        <a:srgbClr val="CC071E"/>
      </a:accent5>
      <a:accent6>
        <a:srgbClr val="612158"/>
      </a:accent6>
      <a:hlink>
        <a:srgbClr val="00549F"/>
      </a:hlink>
      <a:folHlink>
        <a:srgbClr val="8EBAE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2"/>
          </a:solidFill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CARL_PowerPoint-Vorlage_2.pptx" id="{BA423DF6-6F0A-4C7E-B2E7-6BE2B6176750}" vid="{A32FB5A4-9454-4FD2-8226-C36188667BB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CARL</Template>
  <TotalTime>0</TotalTime>
  <Words>1890</Words>
  <Application>Microsoft Office PowerPoint</Application>
  <PresentationFormat>Custom</PresentationFormat>
  <Paragraphs>268</Paragraphs>
  <Slides>28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Symbol</vt:lpstr>
      <vt:lpstr>Wingdings</vt:lpstr>
      <vt:lpstr>CARL 16zu9</vt:lpstr>
      <vt:lpstr>CARL English</vt:lpstr>
      <vt:lpstr>think-cell Folie</vt:lpstr>
      <vt:lpstr>Mid-term Report: Cross-Domain Transfer Learning for Lithium-Ion Battery Capacity Prediction</vt:lpstr>
      <vt:lpstr>Outline </vt:lpstr>
      <vt:lpstr>Project Schedule</vt:lpstr>
      <vt:lpstr>Outline </vt:lpstr>
      <vt:lpstr>Outline </vt:lpstr>
      <vt:lpstr>Background &amp; Strategic Significance待修改</vt:lpstr>
      <vt:lpstr>Background &amp; Strategic Significance</vt:lpstr>
      <vt:lpstr>Outline </vt:lpstr>
      <vt:lpstr>Literature Review &amp; Methodology待修改 </vt:lpstr>
      <vt:lpstr>Literature Review &amp; Methodology </vt:lpstr>
      <vt:lpstr>Literature Review &amp; Methodology </vt:lpstr>
      <vt:lpstr>Literature Review &amp; Methodology </vt:lpstr>
      <vt:lpstr>Literature Review &amp; Methodology </vt:lpstr>
      <vt:lpstr>Outline </vt:lpstr>
      <vt:lpstr>Pipeline &amp; Overall Architecture</vt:lpstr>
      <vt:lpstr>Pipeline &amp; Overall Architecture</vt:lpstr>
      <vt:lpstr>Pipeline &amp; Overall Architecture</vt:lpstr>
      <vt:lpstr>Outline </vt:lpstr>
      <vt:lpstr>Current Progress &amp; Data Results</vt:lpstr>
      <vt:lpstr>Current Progress &amp; Data Results</vt:lpstr>
      <vt:lpstr>Current Progress &amp; Data Results</vt:lpstr>
      <vt:lpstr>Outline </vt:lpstr>
      <vt:lpstr>Follow-up work and expected results</vt:lpstr>
      <vt:lpstr>Follow-up work and expected results</vt:lpstr>
      <vt:lpstr>Follow-up work and expected results</vt:lpstr>
      <vt:lpstr>Follow-up work and expected results</vt:lpstr>
      <vt:lpstr>PowerPoint Presentation</vt:lpstr>
      <vt:lpstr>Mid-term Report: Cross-Domain Transfer Learning for Lithium-Ion Battery Capacity Prediction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Verwendung der PowerPoint-Vorlage</dc:title>
  <dc:creator>Zijuan Hong</dc:creator>
  <cp:lastModifiedBy>Li, Xujia</cp:lastModifiedBy>
  <cp:revision>10</cp:revision>
  <cp:lastPrinted>2016-04-11T06:30:09Z</cp:lastPrinted>
  <dcterms:created xsi:type="dcterms:W3CDTF">2026-04-21T09:31:11Z</dcterms:created>
  <dcterms:modified xsi:type="dcterms:W3CDTF">2026-06-25T15:47:33Z</dcterms:modified>
</cp:coreProperties>
</file>